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39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15/03/2026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15/03/2026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15/03/2026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15/03/2026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15/03/2026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3773" y="350596"/>
            <a:ext cx="9836785" cy="1012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0469" y="1839086"/>
            <a:ext cx="7787640" cy="435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15/03/2026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42182" y="2489072"/>
            <a:ext cx="55073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7064" algn="l"/>
              </a:tabLst>
            </a:pPr>
            <a:r>
              <a:rPr sz="6000" spc="-20" dirty="0"/>
              <a:t>Week</a:t>
            </a:r>
            <a:r>
              <a:rPr sz="6000" dirty="0"/>
              <a:t>	</a:t>
            </a:r>
            <a:r>
              <a:rPr lang="en-US" sz="6000" dirty="0"/>
              <a:t>2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3522" y="3434841"/>
            <a:ext cx="2164715" cy="1305560"/>
            <a:chOff x="493522" y="3434841"/>
            <a:chExt cx="2164715" cy="1305560"/>
          </a:xfrm>
        </p:grpSpPr>
        <p:sp>
          <p:nvSpPr>
            <p:cNvPr id="3" name="object 3"/>
            <p:cNvSpPr/>
            <p:nvPr/>
          </p:nvSpPr>
          <p:spPr>
            <a:xfrm>
              <a:off x="499872" y="3441191"/>
              <a:ext cx="2152015" cy="1292860"/>
            </a:xfrm>
            <a:custGeom>
              <a:avLst/>
              <a:gdLst/>
              <a:ahLst/>
              <a:cxnLst/>
              <a:rect l="l" t="t" r="r" b="b"/>
              <a:pathLst>
                <a:path w="2152015" h="1292860">
                  <a:moveTo>
                    <a:pt x="2022602" y="0"/>
                  </a:moveTo>
                  <a:lnTo>
                    <a:pt x="129235" y="0"/>
                  </a:lnTo>
                  <a:lnTo>
                    <a:pt x="78931" y="10163"/>
                  </a:lnTo>
                  <a:lnTo>
                    <a:pt x="37852" y="37877"/>
                  </a:lnTo>
                  <a:lnTo>
                    <a:pt x="10156" y="78974"/>
                  </a:lnTo>
                  <a:lnTo>
                    <a:pt x="0" y="129286"/>
                  </a:lnTo>
                  <a:lnTo>
                    <a:pt x="0" y="1163066"/>
                  </a:lnTo>
                  <a:lnTo>
                    <a:pt x="10156" y="1213377"/>
                  </a:lnTo>
                  <a:lnTo>
                    <a:pt x="37852" y="1254474"/>
                  </a:lnTo>
                  <a:lnTo>
                    <a:pt x="78931" y="1282188"/>
                  </a:lnTo>
                  <a:lnTo>
                    <a:pt x="129235" y="1292352"/>
                  </a:lnTo>
                  <a:lnTo>
                    <a:pt x="2022602" y="1292352"/>
                  </a:lnTo>
                  <a:lnTo>
                    <a:pt x="2072913" y="1282188"/>
                  </a:lnTo>
                  <a:lnTo>
                    <a:pt x="2114010" y="1254474"/>
                  </a:lnTo>
                  <a:lnTo>
                    <a:pt x="2141724" y="1213377"/>
                  </a:lnTo>
                  <a:lnTo>
                    <a:pt x="2151888" y="1163066"/>
                  </a:lnTo>
                  <a:lnTo>
                    <a:pt x="2151888" y="129286"/>
                  </a:lnTo>
                  <a:lnTo>
                    <a:pt x="2141724" y="78974"/>
                  </a:lnTo>
                  <a:lnTo>
                    <a:pt x="2114010" y="37877"/>
                  </a:lnTo>
                  <a:lnTo>
                    <a:pt x="2072913" y="10163"/>
                  </a:lnTo>
                  <a:lnTo>
                    <a:pt x="2022602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872" y="3441191"/>
              <a:ext cx="2152015" cy="1292860"/>
            </a:xfrm>
            <a:custGeom>
              <a:avLst/>
              <a:gdLst/>
              <a:ahLst/>
              <a:cxnLst/>
              <a:rect l="l" t="t" r="r" b="b"/>
              <a:pathLst>
                <a:path w="2152015" h="1292860">
                  <a:moveTo>
                    <a:pt x="0" y="129286"/>
                  </a:moveTo>
                  <a:lnTo>
                    <a:pt x="10156" y="78974"/>
                  </a:lnTo>
                  <a:lnTo>
                    <a:pt x="37852" y="37877"/>
                  </a:lnTo>
                  <a:lnTo>
                    <a:pt x="78931" y="10163"/>
                  </a:lnTo>
                  <a:lnTo>
                    <a:pt x="129235" y="0"/>
                  </a:lnTo>
                  <a:lnTo>
                    <a:pt x="2022602" y="0"/>
                  </a:lnTo>
                  <a:lnTo>
                    <a:pt x="2072913" y="10163"/>
                  </a:lnTo>
                  <a:lnTo>
                    <a:pt x="2114010" y="37877"/>
                  </a:lnTo>
                  <a:lnTo>
                    <a:pt x="2141724" y="78974"/>
                  </a:lnTo>
                  <a:lnTo>
                    <a:pt x="2151888" y="129286"/>
                  </a:lnTo>
                  <a:lnTo>
                    <a:pt x="2151888" y="1163066"/>
                  </a:lnTo>
                  <a:lnTo>
                    <a:pt x="2141724" y="1213377"/>
                  </a:lnTo>
                  <a:lnTo>
                    <a:pt x="2114010" y="1254474"/>
                  </a:lnTo>
                  <a:lnTo>
                    <a:pt x="2072913" y="1282188"/>
                  </a:lnTo>
                  <a:lnTo>
                    <a:pt x="2022602" y="1292352"/>
                  </a:lnTo>
                  <a:lnTo>
                    <a:pt x="129235" y="1292352"/>
                  </a:lnTo>
                  <a:lnTo>
                    <a:pt x="78931" y="1282188"/>
                  </a:lnTo>
                  <a:lnTo>
                    <a:pt x="37852" y="1254474"/>
                  </a:lnTo>
                  <a:lnTo>
                    <a:pt x="10156" y="1213377"/>
                  </a:lnTo>
                  <a:lnTo>
                    <a:pt x="0" y="1163066"/>
                  </a:lnTo>
                  <a:lnTo>
                    <a:pt x="0" y="12928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45972" y="3656457"/>
            <a:ext cx="1861185" cy="78549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142875">
              <a:lnSpc>
                <a:spcPts val="2860"/>
              </a:lnSpc>
              <a:spcBef>
                <a:spcPts val="415"/>
              </a:spcBef>
            </a:pPr>
            <a:r>
              <a:rPr sz="2600" spc="-10" dirty="0">
                <a:latin typeface="Calibri"/>
                <a:cs typeface="Calibri"/>
              </a:rPr>
              <a:t>Approval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Authorisation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68167" y="3820667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227837" y="106679"/>
                </a:lnTo>
                <a:lnTo>
                  <a:pt x="0" y="106679"/>
                </a:lnTo>
                <a:lnTo>
                  <a:pt x="0" y="426719"/>
                </a:lnTo>
                <a:lnTo>
                  <a:pt x="227837" y="426719"/>
                </a:lnTo>
                <a:lnTo>
                  <a:pt x="227837" y="533399"/>
                </a:lnTo>
                <a:lnTo>
                  <a:pt x="455676" y="266699"/>
                </a:lnTo>
                <a:lnTo>
                  <a:pt x="227837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506470" y="3434841"/>
            <a:ext cx="2166620" cy="1305560"/>
            <a:chOff x="3506470" y="3434841"/>
            <a:chExt cx="2166620" cy="1305560"/>
          </a:xfrm>
        </p:grpSpPr>
        <p:sp>
          <p:nvSpPr>
            <p:cNvPr id="8" name="object 8"/>
            <p:cNvSpPr/>
            <p:nvPr/>
          </p:nvSpPr>
          <p:spPr>
            <a:xfrm>
              <a:off x="3512820" y="3441191"/>
              <a:ext cx="2153920" cy="1292860"/>
            </a:xfrm>
            <a:custGeom>
              <a:avLst/>
              <a:gdLst/>
              <a:ahLst/>
              <a:cxnLst/>
              <a:rect l="l" t="t" r="r" b="b"/>
              <a:pathLst>
                <a:path w="2153920" h="1292860">
                  <a:moveTo>
                    <a:pt x="2024126" y="0"/>
                  </a:moveTo>
                  <a:lnTo>
                    <a:pt x="129285" y="0"/>
                  </a:lnTo>
                  <a:lnTo>
                    <a:pt x="78974" y="10163"/>
                  </a:lnTo>
                  <a:lnTo>
                    <a:pt x="37877" y="37877"/>
                  </a:lnTo>
                  <a:lnTo>
                    <a:pt x="10163" y="78974"/>
                  </a:lnTo>
                  <a:lnTo>
                    <a:pt x="0" y="129286"/>
                  </a:lnTo>
                  <a:lnTo>
                    <a:pt x="0" y="1163066"/>
                  </a:lnTo>
                  <a:lnTo>
                    <a:pt x="10163" y="1213377"/>
                  </a:lnTo>
                  <a:lnTo>
                    <a:pt x="37877" y="1254474"/>
                  </a:lnTo>
                  <a:lnTo>
                    <a:pt x="78974" y="1282188"/>
                  </a:lnTo>
                  <a:lnTo>
                    <a:pt x="129285" y="1292352"/>
                  </a:lnTo>
                  <a:lnTo>
                    <a:pt x="2024126" y="1292352"/>
                  </a:lnTo>
                  <a:lnTo>
                    <a:pt x="2074437" y="1282188"/>
                  </a:lnTo>
                  <a:lnTo>
                    <a:pt x="2115534" y="1254474"/>
                  </a:lnTo>
                  <a:lnTo>
                    <a:pt x="2143248" y="1213377"/>
                  </a:lnTo>
                  <a:lnTo>
                    <a:pt x="2153412" y="1163066"/>
                  </a:lnTo>
                  <a:lnTo>
                    <a:pt x="2153412" y="129286"/>
                  </a:lnTo>
                  <a:lnTo>
                    <a:pt x="2143248" y="78974"/>
                  </a:lnTo>
                  <a:lnTo>
                    <a:pt x="2115534" y="37877"/>
                  </a:lnTo>
                  <a:lnTo>
                    <a:pt x="2074437" y="10163"/>
                  </a:lnTo>
                  <a:lnTo>
                    <a:pt x="2024126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2820" y="3441191"/>
              <a:ext cx="2153920" cy="1292860"/>
            </a:xfrm>
            <a:custGeom>
              <a:avLst/>
              <a:gdLst/>
              <a:ahLst/>
              <a:cxnLst/>
              <a:rect l="l" t="t" r="r" b="b"/>
              <a:pathLst>
                <a:path w="2153920" h="1292860">
                  <a:moveTo>
                    <a:pt x="0" y="129286"/>
                  </a:moveTo>
                  <a:lnTo>
                    <a:pt x="10163" y="78974"/>
                  </a:lnTo>
                  <a:lnTo>
                    <a:pt x="37877" y="37877"/>
                  </a:lnTo>
                  <a:lnTo>
                    <a:pt x="78974" y="10163"/>
                  </a:lnTo>
                  <a:lnTo>
                    <a:pt x="129285" y="0"/>
                  </a:lnTo>
                  <a:lnTo>
                    <a:pt x="2024126" y="0"/>
                  </a:lnTo>
                  <a:lnTo>
                    <a:pt x="2074437" y="10163"/>
                  </a:lnTo>
                  <a:lnTo>
                    <a:pt x="2115534" y="37877"/>
                  </a:lnTo>
                  <a:lnTo>
                    <a:pt x="2143248" y="78974"/>
                  </a:lnTo>
                  <a:lnTo>
                    <a:pt x="2153412" y="129286"/>
                  </a:lnTo>
                  <a:lnTo>
                    <a:pt x="2153412" y="1163066"/>
                  </a:lnTo>
                  <a:lnTo>
                    <a:pt x="2143248" y="1213377"/>
                  </a:lnTo>
                  <a:lnTo>
                    <a:pt x="2115534" y="1254474"/>
                  </a:lnTo>
                  <a:lnTo>
                    <a:pt x="2074437" y="1282188"/>
                  </a:lnTo>
                  <a:lnTo>
                    <a:pt x="2024126" y="1292352"/>
                  </a:lnTo>
                  <a:lnTo>
                    <a:pt x="129285" y="1292352"/>
                  </a:lnTo>
                  <a:lnTo>
                    <a:pt x="78974" y="1282188"/>
                  </a:lnTo>
                  <a:lnTo>
                    <a:pt x="37877" y="1254474"/>
                  </a:lnTo>
                  <a:lnTo>
                    <a:pt x="10163" y="1213377"/>
                  </a:lnTo>
                  <a:lnTo>
                    <a:pt x="0" y="1163066"/>
                  </a:lnTo>
                  <a:lnTo>
                    <a:pt x="0" y="12928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87266" y="3837813"/>
            <a:ext cx="16046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Preparation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81115" y="3820667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227837" y="106679"/>
                </a:lnTo>
                <a:lnTo>
                  <a:pt x="0" y="106679"/>
                </a:lnTo>
                <a:lnTo>
                  <a:pt x="0" y="426719"/>
                </a:lnTo>
                <a:lnTo>
                  <a:pt x="227837" y="426719"/>
                </a:lnTo>
                <a:lnTo>
                  <a:pt x="227837" y="533399"/>
                </a:lnTo>
                <a:lnTo>
                  <a:pt x="455675" y="266699"/>
                </a:lnTo>
                <a:lnTo>
                  <a:pt x="227837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519418" y="3434841"/>
            <a:ext cx="2166620" cy="1305560"/>
            <a:chOff x="6519418" y="3434841"/>
            <a:chExt cx="2166620" cy="1305560"/>
          </a:xfrm>
        </p:grpSpPr>
        <p:sp>
          <p:nvSpPr>
            <p:cNvPr id="13" name="object 13"/>
            <p:cNvSpPr/>
            <p:nvPr/>
          </p:nvSpPr>
          <p:spPr>
            <a:xfrm>
              <a:off x="6525768" y="3441191"/>
              <a:ext cx="2153920" cy="1292860"/>
            </a:xfrm>
            <a:custGeom>
              <a:avLst/>
              <a:gdLst/>
              <a:ahLst/>
              <a:cxnLst/>
              <a:rect l="l" t="t" r="r" b="b"/>
              <a:pathLst>
                <a:path w="2153920" h="1292860">
                  <a:moveTo>
                    <a:pt x="2024126" y="0"/>
                  </a:moveTo>
                  <a:lnTo>
                    <a:pt x="129285" y="0"/>
                  </a:lnTo>
                  <a:lnTo>
                    <a:pt x="78974" y="10163"/>
                  </a:lnTo>
                  <a:lnTo>
                    <a:pt x="37877" y="37877"/>
                  </a:lnTo>
                  <a:lnTo>
                    <a:pt x="10163" y="78974"/>
                  </a:lnTo>
                  <a:lnTo>
                    <a:pt x="0" y="129286"/>
                  </a:lnTo>
                  <a:lnTo>
                    <a:pt x="0" y="1163066"/>
                  </a:lnTo>
                  <a:lnTo>
                    <a:pt x="10163" y="1213377"/>
                  </a:lnTo>
                  <a:lnTo>
                    <a:pt x="37877" y="1254474"/>
                  </a:lnTo>
                  <a:lnTo>
                    <a:pt x="78974" y="1282188"/>
                  </a:lnTo>
                  <a:lnTo>
                    <a:pt x="129285" y="1292352"/>
                  </a:lnTo>
                  <a:lnTo>
                    <a:pt x="2024126" y="1292352"/>
                  </a:lnTo>
                  <a:lnTo>
                    <a:pt x="2074437" y="1282188"/>
                  </a:lnTo>
                  <a:lnTo>
                    <a:pt x="2115534" y="1254474"/>
                  </a:lnTo>
                  <a:lnTo>
                    <a:pt x="2143248" y="1213377"/>
                  </a:lnTo>
                  <a:lnTo>
                    <a:pt x="2153411" y="1163066"/>
                  </a:lnTo>
                  <a:lnTo>
                    <a:pt x="2153411" y="129286"/>
                  </a:lnTo>
                  <a:lnTo>
                    <a:pt x="2143248" y="78974"/>
                  </a:lnTo>
                  <a:lnTo>
                    <a:pt x="2115534" y="37877"/>
                  </a:lnTo>
                  <a:lnTo>
                    <a:pt x="2074437" y="10163"/>
                  </a:lnTo>
                  <a:lnTo>
                    <a:pt x="2024126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25768" y="3441191"/>
              <a:ext cx="2153920" cy="1292860"/>
            </a:xfrm>
            <a:custGeom>
              <a:avLst/>
              <a:gdLst/>
              <a:ahLst/>
              <a:cxnLst/>
              <a:rect l="l" t="t" r="r" b="b"/>
              <a:pathLst>
                <a:path w="2153920" h="1292860">
                  <a:moveTo>
                    <a:pt x="0" y="129286"/>
                  </a:moveTo>
                  <a:lnTo>
                    <a:pt x="10163" y="78974"/>
                  </a:lnTo>
                  <a:lnTo>
                    <a:pt x="37877" y="37877"/>
                  </a:lnTo>
                  <a:lnTo>
                    <a:pt x="78974" y="10163"/>
                  </a:lnTo>
                  <a:lnTo>
                    <a:pt x="129285" y="0"/>
                  </a:lnTo>
                  <a:lnTo>
                    <a:pt x="2024126" y="0"/>
                  </a:lnTo>
                  <a:lnTo>
                    <a:pt x="2074437" y="10163"/>
                  </a:lnTo>
                  <a:lnTo>
                    <a:pt x="2115534" y="37877"/>
                  </a:lnTo>
                  <a:lnTo>
                    <a:pt x="2143248" y="78974"/>
                  </a:lnTo>
                  <a:lnTo>
                    <a:pt x="2153411" y="129286"/>
                  </a:lnTo>
                  <a:lnTo>
                    <a:pt x="2153411" y="1163066"/>
                  </a:lnTo>
                  <a:lnTo>
                    <a:pt x="2143248" y="1213377"/>
                  </a:lnTo>
                  <a:lnTo>
                    <a:pt x="2115534" y="1254474"/>
                  </a:lnTo>
                  <a:lnTo>
                    <a:pt x="2074437" y="1282188"/>
                  </a:lnTo>
                  <a:lnTo>
                    <a:pt x="2024126" y="1292352"/>
                  </a:lnTo>
                  <a:lnTo>
                    <a:pt x="129285" y="1292352"/>
                  </a:lnTo>
                  <a:lnTo>
                    <a:pt x="78974" y="1282188"/>
                  </a:lnTo>
                  <a:lnTo>
                    <a:pt x="37877" y="1254474"/>
                  </a:lnTo>
                  <a:lnTo>
                    <a:pt x="10163" y="1213377"/>
                  </a:lnTo>
                  <a:lnTo>
                    <a:pt x="0" y="1163066"/>
                  </a:lnTo>
                  <a:lnTo>
                    <a:pt x="0" y="12928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98742" y="3837813"/>
            <a:ext cx="1809114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Identification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894064" y="3820667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227837" y="106679"/>
                </a:lnTo>
                <a:lnTo>
                  <a:pt x="0" y="106679"/>
                </a:lnTo>
                <a:lnTo>
                  <a:pt x="0" y="426719"/>
                </a:lnTo>
                <a:lnTo>
                  <a:pt x="227837" y="426719"/>
                </a:lnTo>
                <a:lnTo>
                  <a:pt x="227837" y="533399"/>
                </a:lnTo>
                <a:lnTo>
                  <a:pt x="455675" y="266699"/>
                </a:lnTo>
                <a:lnTo>
                  <a:pt x="227837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40240" y="3441191"/>
            <a:ext cx="2152015" cy="1292860"/>
          </a:xfrm>
          <a:custGeom>
            <a:avLst/>
            <a:gdLst/>
            <a:ahLst/>
            <a:cxnLst/>
            <a:rect l="l" t="t" r="r" b="b"/>
            <a:pathLst>
              <a:path w="2152015" h="1292860">
                <a:moveTo>
                  <a:pt x="0" y="129286"/>
                </a:moveTo>
                <a:lnTo>
                  <a:pt x="10163" y="78974"/>
                </a:lnTo>
                <a:lnTo>
                  <a:pt x="37877" y="37877"/>
                </a:lnTo>
                <a:lnTo>
                  <a:pt x="78974" y="10163"/>
                </a:lnTo>
                <a:lnTo>
                  <a:pt x="129285" y="0"/>
                </a:lnTo>
                <a:lnTo>
                  <a:pt x="2022602" y="0"/>
                </a:lnTo>
                <a:lnTo>
                  <a:pt x="2072913" y="10163"/>
                </a:lnTo>
                <a:lnTo>
                  <a:pt x="2114010" y="37877"/>
                </a:lnTo>
                <a:lnTo>
                  <a:pt x="2141724" y="78974"/>
                </a:lnTo>
                <a:lnTo>
                  <a:pt x="2151887" y="129286"/>
                </a:lnTo>
                <a:lnTo>
                  <a:pt x="2151887" y="1163066"/>
                </a:lnTo>
                <a:lnTo>
                  <a:pt x="2141724" y="1213377"/>
                </a:lnTo>
                <a:lnTo>
                  <a:pt x="2114010" y="1254474"/>
                </a:lnTo>
                <a:lnTo>
                  <a:pt x="2072913" y="1282188"/>
                </a:lnTo>
                <a:lnTo>
                  <a:pt x="2022602" y="1292352"/>
                </a:lnTo>
                <a:lnTo>
                  <a:pt x="129285" y="1292352"/>
                </a:lnTo>
                <a:lnTo>
                  <a:pt x="78974" y="1282188"/>
                </a:lnTo>
                <a:lnTo>
                  <a:pt x="37877" y="1254474"/>
                </a:lnTo>
                <a:lnTo>
                  <a:pt x="10163" y="1213377"/>
                </a:lnTo>
                <a:lnTo>
                  <a:pt x="0" y="1163066"/>
                </a:lnTo>
                <a:lnTo>
                  <a:pt x="0" y="129286"/>
                </a:lnTo>
                <a:close/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756393" y="3837813"/>
            <a:ext cx="1720214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Preservation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807" rIns="0" bIns="0" rtlCol="0">
            <a:spAutoFit/>
          </a:bodyPr>
          <a:lstStyle/>
          <a:p>
            <a:pPr marL="505459">
              <a:lnSpc>
                <a:spcPct val="100000"/>
              </a:lnSpc>
              <a:spcBef>
                <a:spcPts val="105"/>
              </a:spcBef>
            </a:pPr>
            <a:r>
              <a:rPr dirty="0"/>
              <a:t>Recap:</a:t>
            </a:r>
            <a:r>
              <a:rPr spc="-50" dirty="0"/>
              <a:t> </a:t>
            </a:r>
            <a:r>
              <a:rPr dirty="0"/>
              <a:t>Handling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Crime</a:t>
            </a:r>
            <a:r>
              <a:rPr spc="-40" dirty="0"/>
              <a:t> </a:t>
            </a:r>
            <a:r>
              <a:rPr spc="-10" dirty="0"/>
              <a:t>Scenes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16939" y="1498218"/>
            <a:ext cx="10279380" cy="16040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Handling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crime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scenes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meticulously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integrity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evidence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remains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intact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adhere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Evidence.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framework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entails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activities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handling 	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crime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scenes.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5300" y="4768596"/>
            <a:ext cx="8220709" cy="702945"/>
          </a:xfrm>
          <a:custGeom>
            <a:avLst/>
            <a:gdLst/>
            <a:ahLst/>
            <a:cxnLst/>
            <a:rect l="l" t="t" r="r" b="b"/>
            <a:pathLst>
              <a:path w="8220709" h="702945">
                <a:moveTo>
                  <a:pt x="8220456" y="0"/>
                </a:moveTo>
                <a:lnTo>
                  <a:pt x="8219268" y="70809"/>
                </a:lnTo>
                <a:lnTo>
                  <a:pt x="8215862" y="136755"/>
                </a:lnTo>
                <a:lnTo>
                  <a:pt x="8210470" y="196426"/>
                </a:lnTo>
                <a:lnTo>
                  <a:pt x="8203326" y="248411"/>
                </a:lnTo>
                <a:lnTo>
                  <a:pt x="8194665" y="291301"/>
                </a:lnTo>
                <a:lnTo>
                  <a:pt x="8173722" y="344147"/>
                </a:lnTo>
                <a:lnTo>
                  <a:pt x="8161908" y="351281"/>
                </a:lnTo>
                <a:lnTo>
                  <a:pt x="4168775" y="351281"/>
                </a:lnTo>
                <a:lnTo>
                  <a:pt x="4156961" y="358416"/>
                </a:lnTo>
                <a:lnTo>
                  <a:pt x="4136018" y="411262"/>
                </a:lnTo>
                <a:lnTo>
                  <a:pt x="4127357" y="454151"/>
                </a:lnTo>
                <a:lnTo>
                  <a:pt x="4120213" y="506137"/>
                </a:lnTo>
                <a:lnTo>
                  <a:pt x="4114821" y="565808"/>
                </a:lnTo>
                <a:lnTo>
                  <a:pt x="4111415" y="631754"/>
                </a:lnTo>
                <a:lnTo>
                  <a:pt x="4110228" y="702563"/>
                </a:lnTo>
                <a:lnTo>
                  <a:pt x="4109040" y="631754"/>
                </a:lnTo>
                <a:lnTo>
                  <a:pt x="4105634" y="565808"/>
                </a:lnTo>
                <a:lnTo>
                  <a:pt x="4100242" y="506137"/>
                </a:lnTo>
                <a:lnTo>
                  <a:pt x="4093098" y="454151"/>
                </a:lnTo>
                <a:lnTo>
                  <a:pt x="4084437" y="411262"/>
                </a:lnTo>
                <a:lnTo>
                  <a:pt x="4063494" y="358416"/>
                </a:lnTo>
                <a:lnTo>
                  <a:pt x="4051680" y="351281"/>
                </a:lnTo>
                <a:lnTo>
                  <a:pt x="58546" y="351281"/>
                </a:lnTo>
                <a:lnTo>
                  <a:pt x="46747" y="344147"/>
                </a:lnTo>
                <a:lnTo>
                  <a:pt x="25812" y="291301"/>
                </a:lnTo>
                <a:lnTo>
                  <a:pt x="17148" y="248411"/>
                </a:lnTo>
                <a:lnTo>
                  <a:pt x="9999" y="196426"/>
                </a:lnTo>
                <a:lnTo>
                  <a:pt x="4600" y="136755"/>
                </a:lnTo>
                <a:lnTo>
                  <a:pt x="1189" y="70809"/>
                </a:lnTo>
                <a:lnTo>
                  <a:pt x="0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214242" y="5490768"/>
            <a:ext cx="2733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Covered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Week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6082" y="1763395"/>
            <a:ext cx="9565640" cy="17633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sz="6000" b="1" spc="409" dirty="0">
                <a:solidFill>
                  <a:srgbClr val="C55A11"/>
                </a:solidFill>
                <a:latin typeface="Calibri"/>
                <a:cs typeface="Calibri"/>
              </a:rPr>
              <a:t>Handling</a:t>
            </a:r>
            <a:r>
              <a:rPr sz="6000" b="1" spc="-12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6000" b="1" spc="305" dirty="0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r>
              <a:rPr sz="6000" b="1" spc="-1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6000" b="1" spc="495" dirty="0">
                <a:solidFill>
                  <a:srgbClr val="C55A11"/>
                </a:solidFill>
                <a:latin typeface="Calibri"/>
                <a:cs typeface="Calibri"/>
              </a:rPr>
              <a:t>Crime</a:t>
            </a:r>
            <a:r>
              <a:rPr sz="6000" b="1" spc="-12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6000" b="1" spc="545" dirty="0">
                <a:solidFill>
                  <a:srgbClr val="C55A11"/>
                </a:solidFill>
                <a:latin typeface="Calibri"/>
                <a:cs typeface="Calibri"/>
              </a:rPr>
              <a:t>Scenes: </a:t>
            </a:r>
            <a:r>
              <a:rPr sz="6000" b="1" spc="385" dirty="0">
                <a:solidFill>
                  <a:srgbClr val="C55A11"/>
                </a:solidFill>
                <a:latin typeface="Calibri"/>
                <a:cs typeface="Calibri"/>
              </a:rPr>
              <a:t>Data</a:t>
            </a:r>
            <a:r>
              <a:rPr sz="6000" b="1" spc="-15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6000" b="1" spc="355" dirty="0">
                <a:solidFill>
                  <a:srgbClr val="C55A11"/>
                </a:solidFill>
                <a:latin typeface="Calibri"/>
                <a:cs typeface="Calibri"/>
              </a:rPr>
              <a:t>Preservation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414" rIns="0" bIns="0" rtlCol="0">
            <a:spAutoFit/>
          </a:bodyPr>
          <a:lstStyle/>
          <a:p>
            <a:pPr marL="505459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85" dirty="0"/>
              <a:t> </a:t>
            </a:r>
            <a:r>
              <a:rPr spc="-10" dirty="0"/>
              <a:t>Preservation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80273"/>
            <a:ext cx="9812655" cy="43402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preserve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integrity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crime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scenes?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objective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</a:t>
            </a:r>
            <a:endParaRPr sz="2800">
              <a:latin typeface="Calibri"/>
              <a:cs typeface="Calibri"/>
            </a:endParaRPr>
          </a:p>
          <a:p>
            <a:pPr marL="927100" lvl="1" indent="-457200">
              <a:lnSpc>
                <a:spcPts val="2735"/>
              </a:lnSpc>
              <a:spcBef>
                <a:spcPts val="229"/>
              </a:spcBef>
              <a:buAutoNum type="arabicPeriod"/>
              <a:tabLst>
                <a:tab pos="9271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state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devices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scenes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remain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intact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brought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labs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analysis.</a:t>
            </a:r>
            <a:endParaRPr sz="2400">
              <a:latin typeface="Calibri"/>
              <a:cs typeface="Calibri"/>
            </a:endParaRPr>
          </a:p>
          <a:p>
            <a:pPr marL="1384300" lvl="2" indent="-457200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1384300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devices.</a:t>
            </a:r>
            <a:endParaRPr sz="2000">
              <a:latin typeface="Calibri"/>
              <a:cs typeface="Calibri"/>
            </a:endParaRPr>
          </a:p>
          <a:p>
            <a:pPr marL="1384300" marR="76200" lvl="2" indent="-457200">
              <a:lnSpc>
                <a:spcPts val="2160"/>
              </a:lnSpc>
              <a:spcBef>
                <a:spcPts val="525"/>
              </a:spcBef>
              <a:buAutoNum type="arabicPeriod"/>
              <a:tabLst>
                <a:tab pos="1384300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communication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devices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transported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crime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scene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lab.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40"/>
              </a:spcBef>
              <a:buFont typeface="Calibri"/>
              <a:buAutoNum type="arabicPeriod"/>
            </a:pPr>
            <a:endParaRPr sz="2000">
              <a:latin typeface="Calibri"/>
              <a:cs typeface="Calibri"/>
            </a:endParaRPr>
          </a:p>
          <a:p>
            <a:pPr marL="239395" marR="368300" indent="-227329" algn="just">
              <a:lnSpc>
                <a:spcPct val="9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scenes,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mobile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state.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 	</a:t>
            </a:r>
            <a:r>
              <a:rPr sz="2800" spc="-10" dirty="0">
                <a:latin typeface="Calibri"/>
                <a:cs typeface="Calibri"/>
              </a:rPr>
              <a:t>preservation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scenarios.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6089" y="467690"/>
            <a:ext cx="7870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30" dirty="0"/>
              <a:t> </a:t>
            </a:r>
            <a:r>
              <a:rPr spc="-10" dirty="0"/>
              <a:t>Preservation</a:t>
            </a:r>
            <a:r>
              <a:rPr spc="-135" dirty="0"/>
              <a:t> </a:t>
            </a:r>
            <a:r>
              <a:rPr dirty="0"/>
              <a:t>(At</a:t>
            </a:r>
            <a:r>
              <a:rPr spc="-125" dirty="0"/>
              <a:t> </a:t>
            </a:r>
            <a:r>
              <a:rPr dirty="0"/>
              <a:t>Crime</a:t>
            </a:r>
            <a:r>
              <a:rPr spc="-150" dirty="0"/>
              <a:t> </a:t>
            </a:r>
            <a:r>
              <a:rPr spc="-10" dirty="0"/>
              <a:t>Scene)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0821" y="1309497"/>
          <a:ext cx="7877809" cy="5119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turned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2815">
                <a:tc row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chronological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order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4975" marR="332740" indent="-342900">
                        <a:lnSpc>
                          <a:spcPct val="100000"/>
                        </a:lnSpc>
                        <a:buAutoNum type="arabicParenR"/>
                        <a:tabLst>
                          <a:tab pos="434975" algn="l"/>
                        </a:tabLst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photo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mobile device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975" marR="814069" indent="-342900">
                        <a:lnSpc>
                          <a:spcPct val="100000"/>
                        </a:lnSpc>
                        <a:buAutoNum type="arabicParenR"/>
                        <a:tabLst>
                          <a:tab pos="43497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Ask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owner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lock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screen password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(alphanumeric,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patterns)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Unlock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E2C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3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180"/>
                        </a:spcBef>
                        <a:buAutoNum type="arabicParenR" startAt="4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Enable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Airplane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mode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arenR" startAt="4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Disable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WiFi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settings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arenR" startAt="4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Disable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Bluetooth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settings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buAutoNum type="arabicParenR" startAt="4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Remove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SIM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FFF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4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980440" indent="-342900">
                        <a:lnSpc>
                          <a:spcPct val="100000"/>
                        </a:lnSpc>
                        <a:spcBef>
                          <a:spcPts val="1870"/>
                        </a:spcBef>
                        <a:buAutoNum type="arabicParenR" startAt="8"/>
                        <a:tabLst>
                          <a:tab pos="434975" algn="l"/>
                        </a:tabLst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camera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shots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running applications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arenR" startAt="8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Disable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face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recognition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74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650223" y="3220211"/>
            <a:ext cx="3383279" cy="1821180"/>
          </a:xfrm>
          <a:custGeom>
            <a:avLst/>
            <a:gdLst/>
            <a:ahLst/>
            <a:cxnLst/>
            <a:rect l="l" t="t" r="r" b="b"/>
            <a:pathLst>
              <a:path w="3383279" h="1821179">
                <a:moveTo>
                  <a:pt x="0" y="303529"/>
                </a:moveTo>
                <a:lnTo>
                  <a:pt x="3972" y="254294"/>
                </a:lnTo>
                <a:lnTo>
                  <a:pt x="15473" y="207589"/>
                </a:lnTo>
                <a:lnTo>
                  <a:pt x="33878" y="164038"/>
                </a:lnTo>
                <a:lnTo>
                  <a:pt x="58562" y="124266"/>
                </a:lnTo>
                <a:lnTo>
                  <a:pt x="88900" y="88900"/>
                </a:lnTo>
                <a:lnTo>
                  <a:pt x="124266" y="58562"/>
                </a:lnTo>
                <a:lnTo>
                  <a:pt x="164038" y="33878"/>
                </a:lnTo>
                <a:lnTo>
                  <a:pt x="207589" y="15473"/>
                </a:lnTo>
                <a:lnTo>
                  <a:pt x="254294" y="3972"/>
                </a:lnTo>
                <a:lnTo>
                  <a:pt x="303529" y="0"/>
                </a:lnTo>
                <a:lnTo>
                  <a:pt x="3079750" y="0"/>
                </a:lnTo>
                <a:lnTo>
                  <a:pt x="3128985" y="3972"/>
                </a:lnTo>
                <a:lnTo>
                  <a:pt x="3175690" y="15473"/>
                </a:lnTo>
                <a:lnTo>
                  <a:pt x="3219241" y="33878"/>
                </a:lnTo>
                <a:lnTo>
                  <a:pt x="3259013" y="58562"/>
                </a:lnTo>
                <a:lnTo>
                  <a:pt x="3294380" y="88900"/>
                </a:lnTo>
                <a:lnTo>
                  <a:pt x="3324717" y="124266"/>
                </a:lnTo>
                <a:lnTo>
                  <a:pt x="3349401" y="164038"/>
                </a:lnTo>
                <a:lnTo>
                  <a:pt x="3367806" y="207589"/>
                </a:lnTo>
                <a:lnTo>
                  <a:pt x="3379307" y="254294"/>
                </a:lnTo>
                <a:lnTo>
                  <a:pt x="3383279" y="303529"/>
                </a:lnTo>
                <a:lnTo>
                  <a:pt x="3383279" y="1517650"/>
                </a:lnTo>
                <a:lnTo>
                  <a:pt x="3379307" y="1566885"/>
                </a:lnTo>
                <a:lnTo>
                  <a:pt x="3367806" y="1613590"/>
                </a:lnTo>
                <a:lnTo>
                  <a:pt x="3349401" y="1657141"/>
                </a:lnTo>
                <a:lnTo>
                  <a:pt x="3324717" y="1696913"/>
                </a:lnTo>
                <a:lnTo>
                  <a:pt x="3294379" y="1732280"/>
                </a:lnTo>
                <a:lnTo>
                  <a:pt x="3259013" y="1762617"/>
                </a:lnTo>
                <a:lnTo>
                  <a:pt x="3219241" y="1787301"/>
                </a:lnTo>
                <a:lnTo>
                  <a:pt x="3175690" y="1805706"/>
                </a:lnTo>
                <a:lnTo>
                  <a:pt x="3128985" y="1817207"/>
                </a:lnTo>
                <a:lnTo>
                  <a:pt x="3079750" y="1821180"/>
                </a:lnTo>
                <a:lnTo>
                  <a:pt x="303529" y="1821180"/>
                </a:lnTo>
                <a:lnTo>
                  <a:pt x="254294" y="1817207"/>
                </a:lnTo>
                <a:lnTo>
                  <a:pt x="207589" y="1805706"/>
                </a:lnTo>
                <a:lnTo>
                  <a:pt x="164038" y="1787301"/>
                </a:lnTo>
                <a:lnTo>
                  <a:pt x="124266" y="1762617"/>
                </a:lnTo>
                <a:lnTo>
                  <a:pt x="88899" y="1732280"/>
                </a:lnTo>
                <a:lnTo>
                  <a:pt x="58562" y="1696913"/>
                </a:lnTo>
                <a:lnTo>
                  <a:pt x="33878" y="1657141"/>
                </a:lnTo>
                <a:lnTo>
                  <a:pt x="15473" y="1613590"/>
                </a:lnTo>
                <a:lnTo>
                  <a:pt x="3972" y="1566885"/>
                </a:lnTo>
                <a:lnTo>
                  <a:pt x="0" y="1517650"/>
                </a:lnTo>
                <a:lnTo>
                  <a:pt x="0" y="303529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19133" y="3417519"/>
            <a:ext cx="295465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 </a:t>
            </a:r>
            <a:r>
              <a:rPr sz="1800" dirty="0">
                <a:latin typeface="Calibri"/>
                <a:cs typeface="Calibri"/>
              </a:rPr>
              <a:t>incoming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made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immediately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investigator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unlocked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6089" y="472566"/>
            <a:ext cx="78708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30" dirty="0"/>
              <a:t> </a:t>
            </a:r>
            <a:r>
              <a:rPr spc="-10" dirty="0"/>
              <a:t>Preservation</a:t>
            </a:r>
            <a:r>
              <a:rPr spc="-130" dirty="0"/>
              <a:t> </a:t>
            </a:r>
            <a:r>
              <a:rPr dirty="0"/>
              <a:t>(At</a:t>
            </a:r>
            <a:r>
              <a:rPr spc="-130" dirty="0"/>
              <a:t> </a:t>
            </a:r>
            <a:r>
              <a:rPr dirty="0"/>
              <a:t>Crime</a:t>
            </a:r>
            <a:r>
              <a:rPr spc="-150" dirty="0"/>
              <a:t> </a:t>
            </a:r>
            <a:r>
              <a:rPr spc="-10" dirty="0"/>
              <a:t>Scene)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0821" y="1309497"/>
          <a:ext cx="7894955" cy="4991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turned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00">
                <a:tc row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chronological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order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ts val="203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10)</a:t>
                      </a:r>
                      <a:r>
                        <a:rPr sz="1800" spc="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Switch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E2C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11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11)</a:t>
                      </a:r>
                      <a:r>
                        <a:rPr sz="1800" spc="2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camera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shots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sides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mobile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FFF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21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device.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92175" marR="110489" indent="-34290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89217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Minimally,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camera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shots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reflect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sides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device.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92175" marR="163195" indent="-34290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892175" algn="l"/>
                        </a:tabLst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Additionally,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close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photos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visible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damages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taken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well.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755380" y="2068067"/>
            <a:ext cx="3173095" cy="1496695"/>
          </a:xfrm>
          <a:custGeom>
            <a:avLst/>
            <a:gdLst/>
            <a:ahLst/>
            <a:cxnLst/>
            <a:rect l="l" t="t" r="r" b="b"/>
            <a:pathLst>
              <a:path w="3173095" h="1496695">
                <a:moveTo>
                  <a:pt x="0" y="249428"/>
                </a:moveTo>
                <a:lnTo>
                  <a:pt x="4017" y="204582"/>
                </a:lnTo>
                <a:lnTo>
                  <a:pt x="15600" y="162378"/>
                </a:lnTo>
                <a:lnTo>
                  <a:pt x="34045" y="123519"/>
                </a:lnTo>
                <a:lnTo>
                  <a:pt x="58649" y="88708"/>
                </a:lnTo>
                <a:lnTo>
                  <a:pt x="88708" y="58649"/>
                </a:lnTo>
                <a:lnTo>
                  <a:pt x="123519" y="34045"/>
                </a:lnTo>
                <a:lnTo>
                  <a:pt x="162378" y="15600"/>
                </a:lnTo>
                <a:lnTo>
                  <a:pt x="204582" y="4017"/>
                </a:lnTo>
                <a:lnTo>
                  <a:pt x="249427" y="0"/>
                </a:lnTo>
                <a:lnTo>
                  <a:pt x="2923540" y="0"/>
                </a:lnTo>
                <a:lnTo>
                  <a:pt x="2968385" y="4017"/>
                </a:lnTo>
                <a:lnTo>
                  <a:pt x="3010589" y="15600"/>
                </a:lnTo>
                <a:lnTo>
                  <a:pt x="3049448" y="34045"/>
                </a:lnTo>
                <a:lnTo>
                  <a:pt x="3084259" y="58649"/>
                </a:lnTo>
                <a:lnTo>
                  <a:pt x="3114318" y="88708"/>
                </a:lnTo>
                <a:lnTo>
                  <a:pt x="3138922" y="123519"/>
                </a:lnTo>
                <a:lnTo>
                  <a:pt x="3157367" y="162378"/>
                </a:lnTo>
                <a:lnTo>
                  <a:pt x="3168950" y="204582"/>
                </a:lnTo>
                <a:lnTo>
                  <a:pt x="3172968" y="249428"/>
                </a:lnTo>
                <a:lnTo>
                  <a:pt x="3172968" y="1247140"/>
                </a:lnTo>
                <a:lnTo>
                  <a:pt x="3168950" y="1291985"/>
                </a:lnTo>
                <a:lnTo>
                  <a:pt x="3157367" y="1334189"/>
                </a:lnTo>
                <a:lnTo>
                  <a:pt x="3138922" y="1373048"/>
                </a:lnTo>
                <a:lnTo>
                  <a:pt x="3114318" y="1407859"/>
                </a:lnTo>
                <a:lnTo>
                  <a:pt x="3084259" y="1437918"/>
                </a:lnTo>
                <a:lnTo>
                  <a:pt x="3049448" y="1462522"/>
                </a:lnTo>
                <a:lnTo>
                  <a:pt x="3010589" y="1480967"/>
                </a:lnTo>
                <a:lnTo>
                  <a:pt x="2968385" y="1492550"/>
                </a:lnTo>
                <a:lnTo>
                  <a:pt x="2923540" y="1496568"/>
                </a:lnTo>
                <a:lnTo>
                  <a:pt x="249427" y="1496568"/>
                </a:lnTo>
                <a:lnTo>
                  <a:pt x="204582" y="1492550"/>
                </a:lnTo>
                <a:lnTo>
                  <a:pt x="162378" y="1480967"/>
                </a:lnTo>
                <a:lnTo>
                  <a:pt x="123519" y="1462522"/>
                </a:lnTo>
                <a:lnTo>
                  <a:pt x="88708" y="1437918"/>
                </a:lnTo>
                <a:lnTo>
                  <a:pt x="58649" y="1407859"/>
                </a:lnTo>
                <a:lnTo>
                  <a:pt x="34045" y="1373048"/>
                </a:lnTo>
                <a:lnTo>
                  <a:pt x="15600" y="1334189"/>
                </a:lnTo>
                <a:lnTo>
                  <a:pt x="4017" y="1291985"/>
                </a:lnTo>
                <a:lnTo>
                  <a:pt x="0" y="1247140"/>
                </a:lnTo>
                <a:lnTo>
                  <a:pt x="0" y="249428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08542" y="2240026"/>
            <a:ext cx="28467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photographically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document </a:t>
            </a:r>
            <a:r>
              <a:rPr sz="1800" dirty="0">
                <a:latin typeface="Calibri"/>
                <a:cs typeface="Calibri"/>
              </a:rPr>
              <a:t>visible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damages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as </a:t>
            </a:r>
            <a:r>
              <a:rPr sz="1800" spc="-10" dirty="0">
                <a:latin typeface="Calibri"/>
                <a:cs typeface="Calibri"/>
              </a:rPr>
              <a:t>cracked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screen,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scratches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broken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6089" y="350596"/>
            <a:ext cx="7870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30" dirty="0"/>
              <a:t> </a:t>
            </a:r>
            <a:r>
              <a:rPr spc="-10" dirty="0"/>
              <a:t>Preservation</a:t>
            </a:r>
            <a:r>
              <a:rPr spc="-135" dirty="0"/>
              <a:t> </a:t>
            </a:r>
            <a:r>
              <a:rPr dirty="0"/>
              <a:t>(At</a:t>
            </a:r>
            <a:r>
              <a:rPr spc="-125" dirty="0"/>
              <a:t> </a:t>
            </a:r>
            <a:r>
              <a:rPr dirty="0"/>
              <a:t>Crime</a:t>
            </a:r>
            <a:r>
              <a:rPr spc="-150" dirty="0"/>
              <a:t> </a:t>
            </a:r>
            <a:r>
              <a:rPr spc="-10" dirty="0"/>
              <a:t>Scene)</a:t>
            </a:r>
          </a:p>
        </p:txBody>
      </p:sp>
      <p:sp>
        <p:nvSpPr>
          <p:cNvPr id="3" name="object 3"/>
          <p:cNvSpPr/>
          <p:nvPr/>
        </p:nvSpPr>
        <p:spPr>
          <a:xfrm>
            <a:off x="587171" y="1681581"/>
            <a:ext cx="8112125" cy="4754880"/>
          </a:xfrm>
          <a:custGeom>
            <a:avLst/>
            <a:gdLst/>
            <a:ahLst/>
            <a:cxnLst/>
            <a:rect l="l" t="t" r="r" b="b"/>
            <a:pathLst>
              <a:path w="8112125" h="4754880">
                <a:moveTo>
                  <a:pt x="3347974" y="0"/>
                </a:moveTo>
                <a:lnTo>
                  <a:pt x="0" y="0"/>
                </a:lnTo>
                <a:lnTo>
                  <a:pt x="0" y="4754880"/>
                </a:lnTo>
                <a:lnTo>
                  <a:pt x="3347974" y="4754880"/>
                </a:lnTo>
                <a:lnTo>
                  <a:pt x="3347974" y="0"/>
                </a:lnTo>
                <a:close/>
              </a:path>
              <a:path w="8112125" h="4754880">
                <a:moveTo>
                  <a:pt x="8111820" y="0"/>
                </a:moveTo>
                <a:lnTo>
                  <a:pt x="3348050" y="0"/>
                </a:lnTo>
                <a:lnTo>
                  <a:pt x="3348050" y="4754880"/>
                </a:lnTo>
                <a:lnTo>
                  <a:pt x="8111820" y="4754880"/>
                </a:lnTo>
                <a:lnTo>
                  <a:pt x="8111820" y="0"/>
                </a:lnTo>
                <a:close/>
              </a:path>
            </a:pathLst>
          </a:custGeom>
          <a:solidFill>
            <a:srgbClr val="F8D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0821" y="1309497"/>
          <a:ext cx="8112124" cy="5120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turned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2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chronological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order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4975" marR="594995" indent="-343535">
                        <a:lnSpc>
                          <a:spcPct val="100000"/>
                        </a:lnSpc>
                        <a:buAutoNum type="arabicParenR"/>
                        <a:tabLst>
                          <a:tab pos="434975" algn="l"/>
                        </a:tabLst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photo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mobile device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975" marR="624840" indent="-343535">
                        <a:lnSpc>
                          <a:spcPct val="100000"/>
                        </a:lnSpc>
                        <a:buAutoNum type="arabicParenR"/>
                        <a:tabLst>
                          <a:tab pos="43497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Remove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battery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(applicable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older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phones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only)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indent="-342900">
                        <a:lnSpc>
                          <a:spcPct val="100000"/>
                        </a:lnSpc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Remove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memory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cards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indent="-342900">
                        <a:lnSpc>
                          <a:spcPct val="100000"/>
                        </a:lnSpc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Remove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SIM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cards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975" marR="274955" indent="-343535">
                        <a:lnSpc>
                          <a:spcPct val="100000"/>
                        </a:lnSpc>
                        <a:buAutoNum type="arabicParenR"/>
                        <a:tabLst>
                          <a:tab pos="43497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Ask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owner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lock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screen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password (alphanumeric,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patterns)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  <a:buFont typeface="Calibri"/>
                        <a:buAutoNum type="arabicParenR"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4340" indent="-342900">
                        <a:lnSpc>
                          <a:spcPct val="100000"/>
                        </a:lnSpc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camera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shots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sides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mobile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device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92175" marR="374015" lvl="1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"/>
                        <a:buChar char="•"/>
                        <a:tabLst>
                          <a:tab pos="89217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Minimally,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camera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shots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reflect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sides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device.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92175" marR="425450" lvl="1" indent="-34290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892175" algn="l"/>
                        </a:tabLst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Additionally,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close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photos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visible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damages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taken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well.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843528" y="4733544"/>
            <a:ext cx="4855845" cy="283845"/>
          </a:xfrm>
          <a:custGeom>
            <a:avLst/>
            <a:gdLst/>
            <a:ahLst/>
            <a:cxnLst/>
            <a:rect l="l" t="t" r="r" b="b"/>
            <a:pathLst>
              <a:path w="4855845" h="283845">
                <a:moveTo>
                  <a:pt x="4855464" y="0"/>
                </a:moveTo>
                <a:lnTo>
                  <a:pt x="0" y="0"/>
                </a:lnTo>
                <a:lnTo>
                  <a:pt x="0" y="283463"/>
                </a:lnTo>
                <a:lnTo>
                  <a:pt x="4855464" y="283463"/>
                </a:lnTo>
                <a:lnTo>
                  <a:pt x="4855464" y="0"/>
                </a:lnTo>
                <a:close/>
              </a:path>
            </a:pathLst>
          </a:custGeom>
          <a:solidFill>
            <a:srgbClr val="FFFF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776461" y="4120641"/>
            <a:ext cx="3185795" cy="1509395"/>
            <a:chOff x="8776461" y="4120641"/>
            <a:chExt cx="3185795" cy="1509395"/>
          </a:xfrm>
        </p:grpSpPr>
        <p:sp>
          <p:nvSpPr>
            <p:cNvPr id="7" name="object 7"/>
            <p:cNvSpPr/>
            <p:nvPr/>
          </p:nvSpPr>
          <p:spPr>
            <a:xfrm>
              <a:off x="8782811" y="4126991"/>
              <a:ext cx="3173095" cy="1496695"/>
            </a:xfrm>
            <a:custGeom>
              <a:avLst/>
              <a:gdLst/>
              <a:ahLst/>
              <a:cxnLst/>
              <a:rect l="l" t="t" r="r" b="b"/>
              <a:pathLst>
                <a:path w="3173095" h="1496695">
                  <a:moveTo>
                    <a:pt x="2923540" y="0"/>
                  </a:moveTo>
                  <a:lnTo>
                    <a:pt x="249428" y="0"/>
                  </a:lnTo>
                  <a:lnTo>
                    <a:pt x="204582" y="4017"/>
                  </a:lnTo>
                  <a:lnTo>
                    <a:pt x="162378" y="15600"/>
                  </a:lnTo>
                  <a:lnTo>
                    <a:pt x="123519" y="34045"/>
                  </a:lnTo>
                  <a:lnTo>
                    <a:pt x="88708" y="58649"/>
                  </a:lnTo>
                  <a:lnTo>
                    <a:pt x="58649" y="88708"/>
                  </a:lnTo>
                  <a:lnTo>
                    <a:pt x="34045" y="123519"/>
                  </a:lnTo>
                  <a:lnTo>
                    <a:pt x="15600" y="162378"/>
                  </a:lnTo>
                  <a:lnTo>
                    <a:pt x="4017" y="204582"/>
                  </a:lnTo>
                  <a:lnTo>
                    <a:pt x="0" y="249427"/>
                  </a:lnTo>
                  <a:lnTo>
                    <a:pt x="0" y="1247139"/>
                  </a:lnTo>
                  <a:lnTo>
                    <a:pt x="4017" y="1291985"/>
                  </a:lnTo>
                  <a:lnTo>
                    <a:pt x="15600" y="1334189"/>
                  </a:lnTo>
                  <a:lnTo>
                    <a:pt x="34045" y="1373048"/>
                  </a:lnTo>
                  <a:lnTo>
                    <a:pt x="58649" y="1407859"/>
                  </a:lnTo>
                  <a:lnTo>
                    <a:pt x="88708" y="1437918"/>
                  </a:lnTo>
                  <a:lnTo>
                    <a:pt x="123519" y="1462522"/>
                  </a:lnTo>
                  <a:lnTo>
                    <a:pt x="162378" y="1480967"/>
                  </a:lnTo>
                  <a:lnTo>
                    <a:pt x="204582" y="1492550"/>
                  </a:lnTo>
                  <a:lnTo>
                    <a:pt x="249428" y="1496567"/>
                  </a:lnTo>
                  <a:lnTo>
                    <a:pt x="2923540" y="1496567"/>
                  </a:lnTo>
                  <a:lnTo>
                    <a:pt x="2968385" y="1492550"/>
                  </a:lnTo>
                  <a:lnTo>
                    <a:pt x="3010589" y="1480967"/>
                  </a:lnTo>
                  <a:lnTo>
                    <a:pt x="3049448" y="1462522"/>
                  </a:lnTo>
                  <a:lnTo>
                    <a:pt x="3084259" y="1437918"/>
                  </a:lnTo>
                  <a:lnTo>
                    <a:pt x="3114318" y="1407859"/>
                  </a:lnTo>
                  <a:lnTo>
                    <a:pt x="3138922" y="1373048"/>
                  </a:lnTo>
                  <a:lnTo>
                    <a:pt x="3157367" y="1334189"/>
                  </a:lnTo>
                  <a:lnTo>
                    <a:pt x="3168950" y="1291985"/>
                  </a:lnTo>
                  <a:lnTo>
                    <a:pt x="3172968" y="1247139"/>
                  </a:lnTo>
                  <a:lnTo>
                    <a:pt x="3172968" y="249427"/>
                  </a:lnTo>
                  <a:lnTo>
                    <a:pt x="3168950" y="204582"/>
                  </a:lnTo>
                  <a:lnTo>
                    <a:pt x="3157367" y="162378"/>
                  </a:lnTo>
                  <a:lnTo>
                    <a:pt x="3138922" y="123519"/>
                  </a:lnTo>
                  <a:lnTo>
                    <a:pt x="3114318" y="88708"/>
                  </a:lnTo>
                  <a:lnTo>
                    <a:pt x="3084259" y="58649"/>
                  </a:lnTo>
                  <a:lnTo>
                    <a:pt x="3049448" y="34045"/>
                  </a:lnTo>
                  <a:lnTo>
                    <a:pt x="3010589" y="15600"/>
                  </a:lnTo>
                  <a:lnTo>
                    <a:pt x="2968385" y="4017"/>
                  </a:lnTo>
                  <a:lnTo>
                    <a:pt x="292354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2811" y="4126991"/>
              <a:ext cx="3173095" cy="1496695"/>
            </a:xfrm>
            <a:custGeom>
              <a:avLst/>
              <a:gdLst/>
              <a:ahLst/>
              <a:cxnLst/>
              <a:rect l="l" t="t" r="r" b="b"/>
              <a:pathLst>
                <a:path w="3173095" h="1496695">
                  <a:moveTo>
                    <a:pt x="0" y="249427"/>
                  </a:moveTo>
                  <a:lnTo>
                    <a:pt x="4017" y="204582"/>
                  </a:lnTo>
                  <a:lnTo>
                    <a:pt x="15600" y="162378"/>
                  </a:lnTo>
                  <a:lnTo>
                    <a:pt x="34045" y="123519"/>
                  </a:lnTo>
                  <a:lnTo>
                    <a:pt x="58649" y="88708"/>
                  </a:lnTo>
                  <a:lnTo>
                    <a:pt x="88708" y="58649"/>
                  </a:lnTo>
                  <a:lnTo>
                    <a:pt x="123519" y="34045"/>
                  </a:lnTo>
                  <a:lnTo>
                    <a:pt x="162378" y="15600"/>
                  </a:lnTo>
                  <a:lnTo>
                    <a:pt x="204582" y="4017"/>
                  </a:lnTo>
                  <a:lnTo>
                    <a:pt x="249428" y="0"/>
                  </a:lnTo>
                  <a:lnTo>
                    <a:pt x="2923540" y="0"/>
                  </a:lnTo>
                  <a:lnTo>
                    <a:pt x="2968385" y="4017"/>
                  </a:lnTo>
                  <a:lnTo>
                    <a:pt x="3010589" y="15600"/>
                  </a:lnTo>
                  <a:lnTo>
                    <a:pt x="3049448" y="34045"/>
                  </a:lnTo>
                  <a:lnTo>
                    <a:pt x="3084259" y="58649"/>
                  </a:lnTo>
                  <a:lnTo>
                    <a:pt x="3114318" y="88708"/>
                  </a:lnTo>
                  <a:lnTo>
                    <a:pt x="3138922" y="123519"/>
                  </a:lnTo>
                  <a:lnTo>
                    <a:pt x="3157367" y="162378"/>
                  </a:lnTo>
                  <a:lnTo>
                    <a:pt x="3168950" y="204582"/>
                  </a:lnTo>
                  <a:lnTo>
                    <a:pt x="3172968" y="249427"/>
                  </a:lnTo>
                  <a:lnTo>
                    <a:pt x="3172968" y="1247139"/>
                  </a:lnTo>
                  <a:lnTo>
                    <a:pt x="3168950" y="1291985"/>
                  </a:lnTo>
                  <a:lnTo>
                    <a:pt x="3157367" y="1334189"/>
                  </a:lnTo>
                  <a:lnTo>
                    <a:pt x="3138922" y="1373048"/>
                  </a:lnTo>
                  <a:lnTo>
                    <a:pt x="3114318" y="1407859"/>
                  </a:lnTo>
                  <a:lnTo>
                    <a:pt x="3084259" y="1437918"/>
                  </a:lnTo>
                  <a:lnTo>
                    <a:pt x="3049448" y="1462522"/>
                  </a:lnTo>
                  <a:lnTo>
                    <a:pt x="3010589" y="1480967"/>
                  </a:lnTo>
                  <a:lnTo>
                    <a:pt x="2968385" y="1492550"/>
                  </a:lnTo>
                  <a:lnTo>
                    <a:pt x="2923540" y="1496567"/>
                  </a:lnTo>
                  <a:lnTo>
                    <a:pt x="249428" y="1496567"/>
                  </a:lnTo>
                  <a:lnTo>
                    <a:pt x="204582" y="1492550"/>
                  </a:lnTo>
                  <a:lnTo>
                    <a:pt x="162378" y="1480967"/>
                  </a:lnTo>
                  <a:lnTo>
                    <a:pt x="123519" y="1462522"/>
                  </a:lnTo>
                  <a:lnTo>
                    <a:pt x="88708" y="1437918"/>
                  </a:lnTo>
                  <a:lnTo>
                    <a:pt x="58649" y="1407859"/>
                  </a:lnTo>
                  <a:lnTo>
                    <a:pt x="34045" y="1373048"/>
                  </a:lnTo>
                  <a:lnTo>
                    <a:pt x="15600" y="1334189"/>
                  </a:lnTo>
                  <a:lnTo>
                    <a:pt x="4017" y="1291985"/>
                  </a:lnTo>
                  <a:lnTo>
                    <a:pt x="0" y="1247139"/>
                  </a:lnTo>
                  <a:lnTo>
                    <a:pt x="0" y="24942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89517" y="4299966"/>
            <a:ext cx="25609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visible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damages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cracked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screen,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scratches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broken parts.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0974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70" dirty="0"/>
              <a:t> </a:t>
            </a:r>
            <a:r>
              <a:rPr spc="-10" dirty="0"/>
              <a:t>Preservation</a:t>
            </a:r>
            <a:r>
              <a:rPr spc="-165" dirty="0"/>
              <a:t> </a:t>
            </a:r>
            <a:r>
              <a:rPr dirty="0"/>
              <a:t>(At</a:t>
            </a:r>
            <a:r>
              <a:rPr spc="-165" dirty="0"/>
              <a:t> </a:t>
            </a:r>
            <a:r>
              <a:rPr spc="-20" dirty="0"/>
              <a:t>Lab)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6541" y="1605661"/>
            <a:ext cx="9282430" cy="4075429"/>
            <a:chOff x="526541" y="1605661"/>
            <a:chExt cx="9282430" cy="4075429"/>
          </a:xfrm>
        </p:grpSpPr>
        <p:sp>
          <p:nvSpPr>
            <p:cNvPr id="4" name="object 4"/>
            <p:cNvSpPr/>
            <p:nvPr/>
          </p:nvSpPr>
          <p:spPr>
            <a:xfrm>
              <a:off x="551942" y="1618360"/>
              <a:ext cx="9231630" cy="914400"/>
            </a:xfrm>
            <a:custGeom>
              <a:avLst/>
              <a:gdLst/>
              <a:ahLst/>
              <a:cxnLst/>
              <a:rect l="l" t="t" r="r" b="b"/>
              <a:pathLst>
                <a:path w="9231630" h="914400">
                  <a:moveTo>
                    <a:pt x="9231249" y="0"/>
                  </a:moveTo>
                  <a:lnTo>
                    <a:pt x="2675382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2675382" y="914400"/>
                  </a:lnTo>
                  <a:lnTo>
                    <a:pt x="9231249" y="914400"/>
                  </a:lnTo>
                  <a:lnTo>
                    <a:pt x="923124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1942" y="2532849"/>
              <a:ext cx="9231630" cy="3135630"/>
            </a:xfrm>
            <a:custGeom>
              <a:avLst/>
              <a:gdLst/>
              <a:ahLst/>
              <a:cxnLst/>
              <a:rect l="l" t="t" r="r" b="b"/>
              <a:pathLst>
                <a:path w="9231630" h="3135629">
                  <a:moveTo>
                    <a:pt x="9231249" y="0"/>
                  </a:moveTo>
                  <a:lnTo>
                    <a:pt x="2675382" y="0"/>
                  </a:lnTo>
                  <a:lnTo>
                    <a:pt x="0" y="0"/>
                  </a:lnTo>
                  <a:lnTo>
                    <a:pt x="0" y="3135363"/>
                  </a:lnTo>
                  <a:lnTo>
                    <a:pt x="2675382" y="3135363"/>
                  </a:lnTo>
                  <a:lnTo>
                    <a:pt x="9231249" y="3135363"/>
                  </a:lnTo>
                  <a:lnTo>
                    <a:pt x="9231249" y="0"/>
                  </a:lnTo>
                  <a:close/>
                </a:path>
              </a:pathLst>
            </a:custGeom>
            <a:solidFill>
              <a:srgbClr val="F8D6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27324" y="1612011"/>
              <a:ext cx="0" cy="4062729"/>
            </a:xfrm>
            <a:custGeom>
              <a:avLst/>
              <a:gdLst/>
              <a:ahLst/>
              <a:cxnLst/>
              <a:rect l="l" t="t" r="r" b="b"/>
              <a:pathLst>
                <a:path h="4062729">
                  <a:moveTo>
                    <a:pt x="0" y="0"/>
                  </a:moveTo>
                  <a:lnTo>
                    <a:pt x="0" y="406255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5591" y="2532761"/>
              <a:ext cx="9244330" cy="0"/>
            </a:xfrm>
            <a:custGeom>
              <a:avLst/>
              <a:gdLst/>
              <a:ahLst/>
              <a:cxnLst/>
              <a:rect l="l" t="t" r="r" b="b"/>
              <a:pathLst>
                <a:path w="9244330">
                  <a:moveTo>
                    <a:pt x="0" y="0"/>
                  </a:moveTo>
                  <a:lnTo>
                    <a:pt x="924407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591" y="1612011"/>
              <a:ext cx="9244330" cy="4062729"/>
            </a:xfrm>
            <a:custGeom>
              <a:avLst/>
              <a:gdLst/>
              <a:ahLst/>
              <a:cxnLst/>
              <a:rect l="l" t="t" r="r" b="b"/>
              <a:pathLst>
                <a:path w="9244330" h="4062729">
                  <a:moveTo>
                    <a:pt x="6350" y="0"/>
                  </a:moveTo>
                  <a:lnTo>
                    <a:pt x="6350" y="4062552"/>
                  </a:lnTo>
                </a:path>
                <a:path w="9244330" h="4062729">
                  <a:moveTo>
                    <a:pt x="9237726" y="0"/>
                  </a:moveTo>
                  <a:lnTo>
                    <a:pt x="9237726" y="4062552"/>
                  </a:lnTo>
                </a:path>
                <a:path w="9244330" h="4062729">
                  <a:moveTo>
                    <a:pt x="0" y="6350"/>
                  </a:moveTo>
                  <a:lnTo>
                    <a:pt x="9244076" y="6350"/>
                  </a:lnTo>
                </a:path>
                <a:path w="9244330" h="4062729">
                  <a:moveTo>
                    <a:pt x="0" y="4056202"/>
                  </a:moveTo>
                  <a:lnTo>
                    <a:pt x="9244076" y="405620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06571" y="1636521"/>
            <a:ext cx="6052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applicable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devices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found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powered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off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crime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scene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locations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732" y="2551303"/>
            <a:ext cx="1442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Devices (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Important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6571" y="2551303"/>
            <a:ext cx="3823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Follow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chronological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06571" y="3099942"/>
            <a:ext cx="6123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Switch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faraday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Unlock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screen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password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given (alphanumeric/pattern)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06571" y="4197477"/>
            <a:ext cx="2797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arenR" startAt="3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Enable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Airplane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mode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arenR" startAt="3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Disable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WiFi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settings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arenR" startAt="3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Disbale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Bluetooth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settings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39457" y="3837178"/>
            <a:ext cx="4883785" cy="2926715"/>
            <a:chOff x="6839457" y="3837178"/>
            <a:chExt cx="4883785" cy="2926715"/>
          </a:xfrm>
        </p:grpSpPr>
        <p:sp>
          <p:nvSpPr>
            <p:cNvPr id="15" name="object 15"/>
            <p:cNvSpPr/>
            <p:nvPr/>
          </p:nvSpPr>
          <p:spPr>
            <a:xfrm>
              <a:off x="6845807" y="3843528"/>
              <a:ext cx="4871085" cy="2914015"/>
            </a:xfrm>
            <a:custGeom>
              <a:avLst/>
              <a:gdLst/>
              <a:ahLst/>
              <a:cxnLst/>
              <a:rect l="l" t="t" r="r" b="b"/>
              <a:pathLst>
                <a:path w="4871084" h="2914015">
                  <a:moveTo>
                    <a:pt x="4385056" y="0"/>
                  </a:moveTo>
                  <a:lnTo>
                    <a:pt x="485648" y="0"/>
                  </a:lnTo>
                  <a:lnTo>
                    <a:pt x="438875" y="2223"/>
                  </a:lnTo>
                  <a:lnTo>
                    <a:pt x="393361" y="8756"/>
                  </a:lnTo>
                  <a:lnTo>
                    <a:pt x="349308" y="19397"/>
                  </a:lnTo>
                  <a:lnTo>
                    <a:pt x="306921" y="33941"/>
                  </a:lnTo>
                  <a:lnTo>
                    <a:pt x="266402" y="52185"/>
                  </a:lnTo>
                  <a:lnTo>
                    <a:pt x="227955" y="73926"/>
                  </a:lnTo>
                  <a:lnTo>
                    <a:pt x="191784" y="98960"/>
                  </a:lnTo>
                  <a:lnTo>
                    <a:pt x="158092" y="127083"/>
                  </a:lnTo>
                  <a:lnTo>
                    <a:pt x="127083" y="158092"/>
                  </a:lnTo>
                  <a:lnTo>
                    <a:pt x="98960" y="191784"/>
                  </a:lnTo>
                  <a:lnTo>
                    <a:pt x="73926" y="227955"/>
                  </a:lnTo>
                  <a:lnTo>
                    <a:pt x="52185" y="266402"/>
                  </a:lnTo>
                  <a:lnTo>
                    <a:pt x="33941" y="306921"/>
                  </a:lnTo>
                  <a:lnTo>
                    <a:pt x="19397" y="349308"/>
                  </a:lnTo>
                  <a:lnTo>
                    <a:pt x="8756" y="393361"/>
                  </a:lnTo>
                  <a:lnTo>
                    <a:pt x="2223" y="438875"/>
                  </a:lnTo>
                  <a:lnTo>
                    <a:pt x="0" y="485648"/>
                  </a:lnTo>
                  <a:lnTo>
                    <a:pt x="0" y="2428227"/>
                  </a:lnTo>
                  <a:lnTo>
                    <a:pt x="2223" y="2474999"/>
                  </a:lnTo>
                  <a:lnTo>
                    <a:pt x="8756" y="2520514"/>
                  </a:lnTo>
                  <a:lnTo>
                    <a:pt x="19397" y="2564567"/>
                  </a:lnTo>
                  <a:lnTo>
                    <a:pt x="33941" y="2606955"/>
                  </a:lnTo>
                  <a:lnTo>
                    <a:pt x="52185" y="2647475"/>
                  </a:lnTo>
                  <a:lnTo>
                    <a:pt x="73926" y="2685923"/>
                  </a:lnTo>
                  <a:lnTo>
                    <a:pt x="98960" y="2722095"/>
                  </a:lnTo>
                  <a:lnTo>
                    <a:pt x="127083" y="2755788"/>
                  </a:lnTo>
                  <a:lnTo>
                    <a:pt x="158092" y="2786798"/>
                  </a:lnTo>
                  <a:lnTo>
                    <a:pt x="191784" y="2814923"/>
                  </a:lnTo>
                  <a:lnTo>
                    <a:pt x="227955" y="2839958"/>
                  </a:lnTo>
                  <a:lnTo>
                    <a:pt x="266402" y="2861699"/>
                  </a:lnTo>
                  <a:lnTo>
                    <a:pt x="306921" y="2879944"/>
                  </a:lnTo>
                  <a:lnTo>
                    <a:pt x="349308" y="2894489"/>
                  </a:lnTo>
                  <a:lnTo>
                    <a:pt x="393361" y="2905130"/>
                  </a:lnTo>
                  <a:lnTo>
                    <a:pt x="438875" y="2911664"/>
                  </a:lnTo>
                  <a:lnTo>
                    <a:pt x="485648" y="2913888"/>
                  </a:lnTo>
                  <a:lnTo>
                    <a:pt x="4385056" y="2913888"/>
                  </a:lnTo>
                  <a:lnTo>
                    <a:pt x="4431828" y="2911664"/>
                  </a:lnTo>
                  <a:lnTo>
                    <a:pt x="4477342" y="2905130"/>
                  </a:lnTo>
                  <a:lnTo>
                    <a:pt x="4521395" y="2894489"/>
                  </a:lnTo>
                  <a:lnTo>
                    <a:pt x="4563782" y="2879944"/>
                  </a:lnTo>
                  <a:lnTo>
                    <a:pt x="4604301" y="2861699"/>
                  </a:lnTo>
                  <a:lnTo>
                    <a:pt x="4642748" y="2839958"/>
                  </a:lnTo>
                  <a:lnTo>
                    <a:pt x="4678919" y="2814923"/>
                  </a:lnTo>
                  <a:lnTo>
                    <a:pt x="4712611" y="2786798"/>
                  </a:lnTo>
                  <a:lnTo>
                    <a:pt x="4743620" y="2755788"/>
                  </a:lnTo>
                  <a:lnTo>
                    <a:pt x="4771743" y="2722095"/>
                  </a:lnTo>
                  <a:lnTo>
                    <a:pt x="4796777" y="2685923"/>
                  </a:lnTo>
                  <a:lnTo>
                    <a:pt x="4818518" y="2647475"/>
                  </a:lnTo>
                  <a:lnTo>
                    <a:pt x="4836762" y="2606955"/>
                  </a:lnTo>
                  <a:lnTo>
                    <a:pt x="4851306" y="2564567"/>
                  </a:lnTo>
                  <a:lnTo>
                    <a:pt x="4861947" y="2520514"/>
                  </a:lnTo>
                  <a:lnTo>
                    <a:pt x="4868480" y="2474999"/>
                  </a:lnTo>
                  <a:lnTo>
                    <a:pt x="4870704" y="2428227"/>
                  </a:lnTo>
                  <a:lnTo>
                    <a:pt x="4870704" y="485648"/>
                  </a:lnTo>
                  <a:lnTo>
                    <a:pt x="4868480" y="438875"/>
                  </a:lnTo>
                  <a:lnTo>
                    <a:pt x="4861947" y="393361"/>
                  </a:lnTo>
                  <a:lnTo>
                    <a:pt x="4851306" y="349308"/>
                  </a:lnTo>
                  <a:lnTo>
                    <a:pt x="4836762" y="306921"/>
                  </a:lnTo>
                  <a:lnTo>
                    <a:pt x="4818518" y="266402"/>
                  </a:lnTo>
                  <a:lnTo>
                    <a:pt x="4796777" y="227955"/>
                  </a:lnTo>
                  <a:lnTo>
                    <a:pt x="4771743" y="191784"/>
                  </a:lnTo>
                  <a:lnTo>
                    <a:pt x="4743620" y="158092"/>
                  </a:lnTo>
                  <a:lnTo>
                    <a:pt x="4712611" y="127083"/>
                  </a:lnTo>
                  <a:lnTo>
                    <a:pt x="4678919" y="98960"/>
                  </a:lnTo>
                  <a:lnTo>
                    <a:pt x="4642748" y="73926"/>
                  </a:lnTo>
                  <a:lnTo>
                    <a:pt x="4604301" y="52185"/>
                  </a:lnTo>
                  <a:lnTo>
                    <a:pt x="4563782" y="33941"/>
                  </a:lnTo>
                  <a:lnTo>
                    <a:pt x="4521395" y="19397"/>
                  </a:lnTo>
                  <a:lnTo>
                    <a:pt x="4477342" y="8756"/>
                  </a:lnTo>
                  <a:lnTo>
                    <a:pt x="4431828" y="2223"/>
                  </a:lnTo>
                  <a:lnTo>
                    <a:pt x="438505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45807" y="3843528"/>
              <a:ext cx="4871085" cy="2914015"/>
            </a:xfrm>
            <a:custGeom>
              <a:avLst/>
              <a:gdLst/>
              <a:ahLst/>
              <a:cxnLst/>
              <a:rect l="l" t="t" r="r" b="b"/>
              <a:pathLst>
                <a:path w="4871084" h="2914015">
                  <a:moveTo>
                    <a:pt x="0" y="485648"/>
                  </a:moveTo>
                  <a:lnTo>
                    <a:pt x="2223" y="438875"/>
                  </a:lnTo>
                  <a:lnTo>
                    <a:pt x="8756" y="393361"/>
                  </a:lnTo>
                  <a:lnTo>
                    <a:pt x="19397" y="349308"/>
                  </a:lnTo>
                  <a:lnTo>
                    <a:pt x="33941" y="306921"/>
                  </a:lnTo>
                  <a:lnTo>
                    <a:pt x="52185" y="266402"/>
                  </a:lnTo>
                  <a:lnTo>
                    <a:pt x="73926" y="227955"/>
                  </a:lnTo>
                  <a:lnTo>
                    <a:pt x="98960" y="191784"/>
                  </a:lnTo>
                  <a:lnTo>
                    <a:pt x="127083" y="158092"/>
                  </a:lnTo>
                  <a:lnTo>
                    <a:pt x="158092" y="127083"/>
                  </a:lnTo>
                  <a:lnTo>
                    <a:pt x="191784" y="98960"/>
                  </a:lnTo>
                  <a:lnTo>
                    <a:pt x="227955" y="73926"/>
                  </a:lnTo>
                  <a:lnTo>
                    <a:pt x="266402" y="52185"/>
                  </a:lnTo>
                  <a:lnTo>
                    <a:pt x="306921" y="33941"/>
                  </a:lnTo>
                  <a:lnTo>
                    <a:pt x="349308" y="19397"/>
                  </a:lnTo>
                  <a:lnTo>
                    <a:pt x="393361" y="8756"/>
                  </a:lnTo>
                  <a:lnTo>
                    <a:pt x="438875" y="2223"/>
                  </a:lnTo>
                  <a:lnTo>
                    <a:pt x="485648" y="0"/>
                  </a:lnTo>
                  <a:lnTo>
                    <a:pt x="4385056" y="0"/>
                  </a:lnTo>
                  <a:lnTo>
                    <a:pt x="4431828" y="2223"/>
                  </a:lnTo>
                  <a:lnTo>
                    <a:pt x="4477342" y="8756"/>
                  </a:lnTo>
                  <a:lnTo>
                    <a:pt x="4521395" y="19397"/>
                  </a:lnTo>
                  <a:lnTo>
                    <a:pt x="4563782" y="33941"/>
                  </a:lnTo>
                  <a:lnTo>
                    <a:pt x="4604301" y="52185"/>
                  </a:lnTo>
                  <a:lnTo>
                    <a:pt x="4642748" y="73926"/>
                  </a:lnTo>
                  <a:lnTo>
                    <a:pt x="4678919" y="98960"/>
                  </a:lnTo>
                  <a:lnTo>
                    <a:pt x="4712611" y="127083"/>
                  </a:lnTo>
                  <a:lnTo>
                    <a:pt x="4743620" y="158092"/>
                  </a:lnTo>
                  <a:lnTo>
                    <a:pt x="4771743" y="191784"/>
                  </a:lnTo>
                  <a:lnTo>
                    <a:pt x="4796777" y="227955"/>
                  </a:lnTo>
                  <a:lnTo>
                    <a:pt x="4818518" y="266402"/>
                  </a:lnTo>
                  <a:lnTo>
                    <a:pt x="4836762" y="306921"/>
                  </a:lnTo>
                  <a:lnTo>
                    <a:pt x="4851306" y="349308"/>
                  </a:lnTo>
                  <a:lnTo>
                    <a:pt x="4861947" y="393361"/>
                  </a:lnTo>
                  <a:lnTo>
                    <a:pt x="4868480" y="438875"/>
                  </a:lnTo>
                  <a:lnTo>
                    <a:pt x="4870704" y="485648"/>
                  </a:lnTo>
                  <a:lnTo>
                    <a:pt x="4870704" y="2428227"/>
                  </a:lnTo>
                  <a:lnTo>
                    <a:pt x="4868480" y="2474999"/>
                  </a:lnTo>
                  <a:lnTo>
                    <a:pt x="4861947" y="2520514"/>
                  </a:lnTo>
                  <a:lnTo>
                    <a:pt x="4851306" y="2564567"/>
                  </a:lnTo>
                  <a:lnTo>
                    <a:pt x="4836762" y="2606955"/>
                  </a:lnTo>
                  <a:lnTo>
                    <a:pt x="4818518" y="2647475"/>
                  </a:lnTo>
                  <a:lnTo>
                    <a:pt x="4796777" y="2685923"/>
                  </a:lnTo>
                  <a:lnTo>
                    <a:pt x="4771743" y="2722095"/>
                  </a:lnTo>
                  <a:lnTo>
                    <a:pt x="4743620" y="2755788"/>
                  </a:lnTo>
                  <a:lnTo>
                    <a:pt x="4712611" y="2786798"/>
                  </a:lnTo>
                  <a:lnTo>
                    <a:pt x="4678919" y="2814923"/>
                  </a:lnTo>
                  <a:lnTo>
                    <a:pt x="4642748" y="2839958"/>
                  </a:lnTo>
                  <a:lnTo>
                    <a:pt x="4604301" y="2861699"/>
                  </a:lnTo>
                  <a:lnTo>
                    <a:pt x="4563782" y="2879944"/>
                  </a:lnTo>
                  <a:lnTo>
                    <a:pt x="4521395" y="2894489"/>
                  </a:lnTo>
                  <a:lnTo>
                    <a:pt x="4477342" y="2905130"/>
                  </a:lnTo>
                  <a:lnTo>
                    <a:pt x="4431828" y="2911664"/>
                  </a:lnTo>
                  <a:lnTo>
                    <a:pt x="4385056" y="2913888"/>
                  </a:lnTo>
                  <a:lnTo>
                    <a:pt x="485648" y="2913888"/>
                  </a:lnTo>
                  <a:lnTo>
                    <a:pt x="438875" y="2911664"/>
                  </a:lnTo>
                  <a:lnTo>
                    <a:pt x="393361" y="2905130"/>
                  </a:lnTo>
                  <a:lnTo>
                    <a:pt x="349308" y="2894489"/>
                  </a:lnTo>
                  <a:lnTo>
                    <a:pt x="306921" y="2879944"/>
                  </a:lnTo>
                  <a:lnTo>
                    <a:pt x="266402" y="2861699"/>
                  </a:lnTo>
                  <a:lnTo>
                    <a:pt x="227955" y="2839958"/>
                  </a:lnTo>
                  <a:lnTo>
                    <a:pt x="191784" y="2814923"/>
                  </a:lnTo>
                  <a:lnTo>
                    <a:pt x="158092" y="2786798"/>
                  </a:lnTo>
                  <a:lnTo>
                    <a:pt x="127083" y="2755788"/>
                  </a:lnTo>
                  <a:lnTo>
                    <a:pt x="98960" y="2722095"/>
                  </a:lnTo>
                  <a:lnTo>
                    <a:pt x="73926" y="2685923"/>
                  </a:lnTo>
                  <a:lnTo>
                    <a:pt x="52185" y="2647475"/>
                  </a:lnTo>
                  <a:lnTo>
                    <a:pt x="33941" y="2606955"/>
                  </a:lnTo>
                  <a:lnTo>
                    <a:pt x="19397" y="2564567"/>
                  </a:lnTo>
                  <a:lnTo>
                    <a:pt x="8756" y="2520514"/>
                  </a:lnTo>
                  <a:lnTo>
                    <a:pt x="2223" y="2474999"/>
                  </a:lnTo>
                  <a:lnTo>
                    <a:pt x="0" y="2428227"/>
                  </a:lnTo>
                  <a:lnTo>
                    <a:pt x="0" y="48564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53630" y="3901567"/>
            <a:ext cx="3656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80" marR="5080" indent="-3994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Faraday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jams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signals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dirty="0">
                <a:latin typeface="Calibri"/>
                <a:cs typeface="Calibri"/>
              </a:rPr>
              <a:t>received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98181" y="4724780"/>
            <a:ext cx="39687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switching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faraday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box,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eliminate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chances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immediate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incoming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messages/calls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power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08266" y="6096101"/>
            <a:ext cx="41484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way,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preserve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142" y="1622735"/>
            <a:ext cx="6875792" cy="460841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Faraday</a:t>
            </a:r>
            <a:r>
              <a:rPr spc="-195" dirty="0"/>
              <a:t> </a:t>
            </a:r>
            <a:r>
              <a:rPr spc="-25" dirty="0"/>
              <a:t>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Faraday</a:t>
            </a:r>
            <a:r>
              <a:rPr spc="-195" dirty="0"/>
              <a:t> </a:t>
            </a:r>
            <a:r>
              <a:rPr spc="-25" dirty="0"/>
              <a:t>Box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518" y="1574643"/>
            <a:ext cx="10925604" cy="3877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Faraday</a:t>
            </a:r>
            <a:r>
              <a:rPr spc="-195" dirty="0"/>
              <a:t> </a:t>
            </a:r>
            <a:r>
              <a:rPr spc="-25" dirty="0"/>
              <a:t>Box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239" y="2321310"/>
            <a:ext cx="11187616" cy="25810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Faraday</a:t>
            </a:r>
            <a:r>
              <a:rPr spc="-195" dirty="0"/>
              <a:t> </a:t>
            </a:r>
            <a:r>
              <a:rPr spc="-25" dirty="0"/>
              <a:t>Box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3249" y="1242060"/>
            <a:ext cx="9212580" cy="5005070"/>
            <a:chOff x="2663249" y="1242060"/>
            <a:chExt cx="9212580" cy="50050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3249" y="1242060"/>
              <a:ext cx="7142679" cy="50048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11183" y="2200656"/>
              <a:ext cx="3157855" cy="993775"/>
            </a:xfrm>
            <a:custGeom>
              <a:avLst/>
              <a:gdLst/>
              <a:ahLst/>
              <a:cxnLst/>
              <a:rect l="l" t="t" r="r" b="b"/>
              <a:pathLst>
                <a:path w="3157854" h="993775">
                  <a:moveTo>
                    <a:pt x="2992120" y="0"/>
                  </a:moveTo>
                  <a:lnTo>
                    <a:pt x="165608" y="0"/>
                  </a:lnTo>
                  <a:lnTo>
                    <a:pt x="121590" y="5917"/>
                  </a:lnTo>
                  <a:lnTo>
                    <a:pt x="82032" y="22615"/>
                  </a:lnTo>
                  <a:lnTo>
                    <a:pt x="48514" y="48513"/>
                  </a:lnTo>
                  <a:lnTo>
                    <a:pt x="22615" y="82032"/>
                  </a:lnTo>
                  <a:lnTo>
                    <a:pt x="5917" y="121590"/>
                  </a:lnTo>
                  <a:lnTo>
                    <a:pt x="0" y="165608"/>
                  </a:lnTo>
                  <a:lnTo>
                    <a:pt x="0" y="828040"/>
                  </a:lnTo>
                  <a:lnTo>
                    <a:pt x="5917" y="872057"/>
                  </a:lnTo>
                  <a:lnTo>
                    <a:pt x="22615" y="911615"/>
                  </a:lnTo>
                  <a:lnTo>
                    <a:pt x="48514" y="945133"/>
                  </a:lnTo>
                  <a:lnTo>
                    <a:pt x="82032" y="971032"/>
                  </a:lnTo>
                  <a:lnTo>
                    <a:pt x="121590" y="987730"/>
                  </a:lnTo>
                  <a:lnTo>
                    <a:pt x="165608" y="993648"/>
                  </a:lnTo>
                  <a:lnTo>
                    <a:pt x="2992120" y="993648"/>
                  </a:lnTo>
                  <a:lnTo>
                    <a:pt x="3036137" y="987730"/>
                  </a:lnTo>
                  <a:lnTo>
                    <a:pt x="3075695" y="971032"/>
                  </a:lnTo>
                  <a:lnTo>
                    <a:pt x="3109214" y="945134"/>
                  </a:lnTo>
                  <a:lnTo>
                    <a:pt x="3135112" y="911615"/>
                  </a:lnTo>
                  <a:lnTo>
                    <a:pt x="3151810" y="872057"/>
                  </a:lnTo>
                  <a:lnTo>
                    <a:pt x="3157728" y="828040"/>
                  </a:lnTo>
                  <a:lnTo>
                    <a:pt x="3157728" y="165608"/>
                  </a:lnTo>
                  <a:lnTo>
                    <a:pt x="3151810" y="121590"/>
                  </a:lnTo>
                  <a:lnTo>
                    <a:pt x="3135112" y="82032"/>
                  </a:lnTo>
                  <a:lnTo>
                    <a:pt x="3109214" y="48514"/>
                  </a:lnTo>
                  <a:lnTo>
                    <a:pt x="3075695" y="22615"/>
                  </a:lnTo>
                  <a:lnTo>
                    <a:pt x="3036137" y="5917"/>
                  </a:lnTo>
                  <a:lnTo>
                    <a:pt x="29921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11183" y="2200656"/>
              <a:ext cx="3157855" cy="993775"/>
            </a:xfrm>
            <a:custGeom>
              <a:avLst/>
              <a:gdLst/>
              <a:ahLst/>
              <a:cxnLst/>
              <a:rect l="l" t="t" r="r" b="b"/>
              <a:pathLst>
                <a:path w="3157854" h="993775">
                  <a:moveTo>
                    <a:pt x="0" y="165608"/>
                  </a:moveTo>
                  <a:lnTo>
                    <a:pt x="5917" y="121590"/>
                  </a:lnTo>
                  <a:lnTo>
                    <a:pt x="22615" y="82032"/>
                  </a:lnTo>
                  <a:lnTo>
                    <a:pt x="48514" y="48513"/>
                  </a:lnTo>
                  <a:lnTo>
                    <a:pt x="82032" y="22615"/>
                  </a:lnTo>
                  <a:lnTo>
                    <a:pt x="121590" y="5917"/>
                  </a:lnTo>
                  <a:lnTo>
                    <a:pt x="165608" y="0"/>
                  </a:lnTo>
                  <a:lnTo>
                    <a:pt x="2992120" y="0"/>
                  </a:lnTo>
                  <a:lnTo>
                    <a:pt x="3036137" y="5917"/>
                  </a:lnTo>
                  <a:lnTo>
                    <a:pt x="3075695" y="22615"/>
                  </a:lnTo>
                  <a:lnTo>
                    <a:pt x="3109214" y="48514"/>
                  </a:lnTo>
                  <a:lnTo>
                    <a:pt x="3135112" y="82032"/>
                  </a:lnTo>
                  <a:lnTo>
                    <a:pt x="3151810" y="121590"/>
                  </a:lnTo>
                  <a:lnTo>
                    <a:pt x="3157728" y="165608"/>
                  </a:lnTo>
                  <a:lnTo>
                    <a:pt x="3157728" y="828040"/>
                  </a:lnTo>
                  <a:lnTo>
                    <a:pt x="3151810" y="872057"/>
                  </a:lnTo>
                  <a:lnTo>
                    <a:pt x="3135112" y="911615"/>
                  </a:lnTo>
                  <a:lnTo>
                    <a:pt x="3109214" y="945134"/>
                  </a:lnTo>
                  <a:lnTo>
                    <a:pt x="3075695" y="971032"/>
                  </a:lnTo>
                  <a:lnTo>
                    <a:pt x="3036137" y="987730"/>
                  </a:lnTo>
                  <a:lnTo>
                    <a:pt x="2992120" y="993648"/>
                  </a:lnTo>
                  <a:lnTo>
                    <a:pt x="165608" y="993648"/>
                  </a:lnTo>
                  <a:lnTo>
                    <a:pt x="121590" y="987730"/>
                  </a:lnTo>
                  <a:lnTo>
                    <a:pt x="82032" y="971032"/>
                  </a:lnTo>
                  <a:lnTo>
                    <a:pt x="48514" y="945133"/>
                  </a:lnTo>
                  <a:lnTo>
                    <a:pt x="22615" y="911615"/>
                  </a:lnTo>
                  <a:lnTo>
                    <a:pt x="5917" y="872057"/>
                  </a:lnTo>
                  <a:lnTo>
                    <a:pt x="0" y="828040"/>
                  </a:lnTo>
                  <a:lnTo>
                    <a:pt x="0" y="16560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25297" y="3489705"/>
            <a:ext cx="1683385" cy="1477645"/>
            <a:chOff x="225297" y="3489705"/>
            <a:chExt cx="1683385" cy="1477645"/>
          </a:xfrm>
        </p:grpSpPr>
        <p:sp>
          <p:nvSpPr>
            <p:cNvPr id="8" name="object 8"/>
            <p:cNvSpPr/>
            <p:nvPr/>
          </p:nvSpPr>
          <p:spPr>
            <a:xfrm>
              <a:off x="231647" y="3496055"/>
              <a:ext cx="1670685" cy="1464945"/>
            </a:xfrm>
            <a:custGeom>
              <a:avLst/>
              <a:gdLst/>
              <a:ahLst/>
              <a:cxnLst/>
              <a:rect l="l" t="t" r="r" b="b"/>
              <a:pathLst>
                <a:path w="1670685" h="1464945">
                  <a:moveTo>
                    <a:pt x="1426210" y="0"/>
                  </a:moveTo>
                  <a:lnTo>
                    <a:pt x="244094" y="0"/>
                  </a:lnTo>
                  <a:lnTo>
                    <a:pt x="194900" y="4961"/>
                  </a:lnTo>
                  <a:lnTo>
                    <a:pt x="149081" y="19190"/>
                  </a:lnTo>
                  <a:lnTo>
                    <a:pt x="107618" y="41703"/>
                  </a:lnTo>
                  <a:lnTo>
                    <a:pt x="71493" y="71516"/>
                  </a:lnTo>
                  <a:lnTo>
                    <a:pt x="41687" y="107646"/>
                  </a:lnTo>
                  <a:lnTo>
                    <a:pt x="19181" y="149107"/>
                  </a:lnTo>
                  <a:lnTo>
                    <a:pt x="4959" y="194918"/>
                  </a:lnTo>
                  <a:lnTo>
                    <a:pt x="0" y="244094"/>
                  </a:lnTo>
                  <a:lnTo>
                    <a:pt x="0" y="1220470"/>
                  </a:lnTo>
                  <a:lnTo>
                    <a:pt x="4959" y="1269645"/>
                  </a:lnTo>
                  <a:lnTo>
                    <a:pt x="19181" y="1315456"/>
                  </a:lnTo>
                  <a:lnTo>
                    <a:pt x="41687" y="1356917"/>
                  </a:lnTo>
                  <a:lnTo>
                    <a:pt x="71493" y="1393047"/>
                  </a:lnTo>
                  <a:lnTo>
                    <a:pt x="107618" y="1422860"/>
                  </a:lnTo>
                  <a:lnTo>
                    <a:pt x="149081" y="1445373"/>
                  </a:lnTo>
                  <a:lnTo>
                    <a:pt x="194900" y="1459602"/>
                  </a:lnTo>
                  <a:lnTo>
                    <a:pt x="244094" y="1464564"/>
                  </a:lnTo>
                  <a:lnTo>
                    <a:pt x="1426210" y="1464564"/>
                  </a:lnTo>
                  <a:lnTo>
                    <a:pt x="1475385" y="1459602"/>
                  </a:lnTo>
                  <a:lnTo>
                    <a:pt x="1521196" y="1445373"/>
                  </a:lnTo>
                  <a:lnTo>
                    <a:pt x="1562657" y="1422860"/>
                  </a:lnTo>
                  <a:lnTo>
                    <a:pt x="1598787" y="1393047"/>
                  </a:lnTo>
                  <a:lnTo>
                    <a:pt x="1628600" y="1356917"/>
                  </a:lnTo>
                  <a:lnTo>
                    <a:pt x="1651113" y="1315456"/>
                  </a:lnTo>
                  <a:lnTo>
                    <a:pt x="1665342" y="1269645"/>
                  </a:lnTo>
                  <a:lnTo>
                    <a:pt x="1670303" y="1220470"/>
                  </a:lnTo>
                  <a:lnTo>
                    <a:pt x="1670303" y="244094"/>
                  </a:lnTo>
                  <a:lnTo>
                    <a:pt x="1665342" y="194918"/>
                  </a:lnTo>
                  <a:lnTo>
                    <a:pt x="1651113" y="149107"/>
                  </a:lnTo>
                  <a:lnTo>
                    <a:pt x="1628600" y="107646"/>
                  </a:lnTo>
                  <a:lnTo>
                    <a:pt x="1598787" y="71516"/>
                  </a:lnTo>
                  <a:lnTo>
                    <a:pt x="1562657" y="41703"/>
                  </a:lnTo>
                  <a:lnTo>
                    <a:pt x="1521196" y="19190"/>
                  </a:lnTo>
                  <a:lnTo>
                    <a:pt x="1475385" y="4961"/>
                  </a:lnTo>
                  <a:lnTo>
                    <a:pt x="142621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1647" y="3496055"/>
              <a:ext cx="1670685" cy="1464945"/>
            </a:xfrm>
            <a:custGeom>
              <a:avLst/>
              <a:gdLst/>
              <a:ahLst/>
              <a:cxnLst/>
              <a:rect l="l" t="t" r="r" b="b"/>
              <a:pathLst>
                <a:path w="1670685" h="1464945">
                  <a:moveTo>
                    <a:pt x="0" y="244094"/>
                  </a:moveTo>
                  <a:lnTo>
                    <a:pt x="4959" y="194918"/>
                  </a:lnTo>
                  <a:lnTo>
                    <a:pt x="19181" y="149107"/>
                  </a:lnTo>
                  <a:lnTo>
                    <a:pt x="41687" y="107646"/>
                  </a:lnTo>
                  <a:lnTo>
                    <a:pt x="71493" y="71516"/>
                  </a:lnTo>
                  <a:lnTo>
                    <a:pt x="107618" y="41703"/>
                  </a:lnTo>
                  <a:lnTo>
                    <a:pt x="149081" y="19190"/>
                  </a:lnTo>
                  <a:lnTo>
                    <a:pt x="194900" y="4961"/>
                  </a:lnTo>
                  <a:lnTo>
                    <a:pt x="244094" y="0"/>
                  </a:lnTo>
                  <a:lnTo>
                    <a:pt x="1426210" y="0"/>
                  </a:lnTo>
                  <a:lnTo>
                    <a:pt x="1475385" y="4961"/>
                  </a:lnTo>
                  <a:lnTo>
                    <a:pt x="1521196" y="19190"/>
                  </a:lnTo>
                  <a:lnTo>
                    <a:pt x="1562657" y="41703"/>
                  </a:lnTo>
                  <a:lnTo>
                    <a:pt x="1598787" y="71516"/>
                  </a:lnTo>
                  <a:lnTo>
                    <a:pt x="1628600" y="107646"/>
                  </a:lnTo>
                  <a:lnTo>
                    <a:pt x="1651113" y="149107"/>
                  </a:lnTo>
                  <a:lnTo>
                    <a:pt x="1665342" y="194918"/>
                  </a:lnTo>
                  <a:lnTo>
                    <a:pt x="1670303" y="244094"/>
                  </a:lnTo>
                  <a:lnTo>
                    <a:pt x="1670303" y="1220470"/>
                  </a:lnTo>
                  <a:lnTo>
                    <a:pt x="1665342" y="1269645"/>
                  </a:lnTo>
                  <a:lnTo>
                    <a:pt x="1651113" y="1315456"/>
                  </a:lnTo>
                  <a:lnTo>
                    <a:pt x="1628600" y="1356917"/>
                  </a:lnTo>
                  <a:lnTo>
                    <a:pt x="1598787" y="1393047"/>
                  </a:lnTo>
                  <a:lnTo>
                    <a:pt x="1562657" y="1422860"/>
                  </a:lnTo>
                  <a:lnTo>
                    <a:pt x="1521196" y="1445373"/>
                  </a:lnTo>
                  <a:lnTo>
                    <a:pt x="1475385" y="1459602"/>
                  </a:lnTo>
                  <a:lnTo>
                    <a:pt x="1426210" y="1464564"/>
                  </a:lnTo>
                  <a:lnTo>
                    <a:pt x="244094" y="1464564"/>
                  </a:lnTo>
                  <a:lnTo>
                    <a:pt x="194900" y="1459602"/>
                  </a:lnTo>
                  <a:lnTo>
                    <a:pt x="149081" y="1445373"/>
                  </a:lnTo>
                  <a:lnTo>
                    <a:pt x="107618" y="1422860"/>
                  </a:lnTo>
                  <a:lnTo>
                    <a:pt x="71493" y="1393047"/>
                  </a:lnTo>
                  <a:lnTo>
                    <a:pt x="41687" y="1356917"/>
                  </a:lnTo>
                  <a:lnTo>
                    <a:pt x="19181" y="1315456"/>
                  </a:lnTo>
                  <a:lnTo>
                    <a:pt x="4959" y="1269645"/>
                  </a:lnTo>
                  <a:lnTo>
                    <a:pt x="0" y="1220470"/>
                  </a:lnTo>
                  <a:lnTo>
                    <a:pt x="0" y="24409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5012" y="3789426"/>
            <a:ext cx="962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Mobile Extraction Software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27338" y="2396490"/>
            <a:ext cx="2728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Gloves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operate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mobile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Faraday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49526" y="3288538"/>
            <a:ext cx="8415020" cy="1111885"/>
            <a:chOff x="2049526" y="3288538"/>
            <a:chExt cx="8415020" cy="1111885"/>
          </a:xfrm>
        </p:grpSpPr>
        <p:sp>
          <p:nvSpPr>
            <p:cNvPr id="13" name="object 13"/>
            <p:cNvSpPr/>
            <p:nvPr/>
          </p:nvSpPr>
          <p:spPr>
            <a:xfrm>
              <a:off x="2055876" y="4055364"/>
              <a:ext cx="1949450" cy="338455"/>
            </a:xfrm>
            <a:custGeom>
              <a:avLst/>
              <a:gdLst/>
              <a:ahLst/>
              <a:cxnLst/>
              <a:rect l="l" t="t" r="r" b="b"/>
              <a:pathLst>
                <a:path w="1949450" h="338454">
                  <a:moveTo>
                    <a:pt x="169163" y="0"/>
                  </a:moveTo>
                  <a:lnTo>
                    <a:pt x="0" y="169163"/>
                  </a:lnTo>
                  <a:lnTo>
                    <a:pt x="169163" y="338328"/>
                  </a:lnTo>
                  <a:lnTo>
                    <a:pt x="169163" y="253746"/>
                  </a:lnTo>
                  <a:lnTo>
                    <a:pt x="1949196" y="253746"/>
                  </a:lnTo>
                  <a:lnTo>
                    <a:pt x="1949196" y="84581"/>
                  </a:lnTo>
                  <a:lnTo>
                    <a:pt x="169163" y="84581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55876" y="4055364"/>
              <a:ext cx="1949450" cy="338455"/>
            </a:xfrm>
            <a:custGeom>
              <a:avLst/>
              <a:gdLst/>
              <a:ahLst/>
              <a:cxnLst/>
              <a:rect l="l" t="t" r="r" b="b"/>
              <a:pathLst>
                <a:path w="1949450" h="338454">
                  <a:moveTo>
                    <a:pt x="0" y="169163"/>
                  </a:moveTo>
                  <a:lnTo>
                    <a:pt x="169163" y="0"/>
                  </a:lnTo>
                  <a:lnTo>
                    <a:pt x="169163" y="84581"/>
                  </a:lnTo>
                  <a:lnTo>
                    <a:pt x="1949196" y="84581"/>
                  </a:lnTo>
                  <a:lnTo>
                    <a:pt x="1949196" y="253746"/>
                  </a:lnTo>
                  <a:lnTo>
                    <a:pt x="169163" y="253746"/>
                  </a:lnTo>
                  <a:lnTo>
                    <a:pt x="169163" y="338328"/>
                  </a:lnTo>
                  <a:lnTo>
                    <a:pt x="0" y="169163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64296" y="3294888"/>
              <a:ext cx="1993900" cy="597535"/>
            </a:xfrm>
            <a:custGeom>
              <a:avLst/>
              <a:gdLst/>
              <a:ahLst/>
              <a:cxnLst/>
              <a:rect l="l" t="t" r="r" b="b"/>
              <a:pathLst>
                <a:path w="1993900" h="597535">
                  <a:moveTo>
                    <a:pt x="1844039" y="0"/>
                  </a:moveTo>
                  <a:lnTo>
                    <a:pt x="1694687" y="149351"/>
                  </a:lnTo>
                  <a:lnTo>
                    <a:pt x="1769363" y="149351"/>
                  </a:lnTo>
                  <a:lnTo>
                    <a:pt x="1769363" y="448056"/>
                  </a:lnTo>
                  <a:lnTo>
                    <a:pt x="0" y="448056"/>
                  </a:lnTo>
                  <a:lnTo>
                    <a:pt x="0" y="597407"/>
                  </a:lnTo>
                  <a:lnTo>
                    <a:pt x="1918715" y="597407"/>
                  </a:lnTo>
                  <a:lnTo>
                    <a:pt x="1918715" y="149351"/>
                  </a:lnTo>
                  <a:lnTo>
                    <a:pt x="1993392" y="149351"/>
                  </a:lnTo>
                  <a:lnTo>
                    <a:pt x="18440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64296" y="3294888"/>
              <a:ext cx="1993900" cy="597535"/>
            </a:xfrm>
            <a:custGeom>
              <a:avLst/>
              <a:gdLst/>
              <a:ahLst/>
              <a:cxnLst/>
              <a:rect l="l" t="t" r="r" b="b"/>
              <a:pathLst>
                <a:path w="1993900" h="597535">
                  <a:moveTo>
                    <a:pt x="0" y="448056"/>
                  </a:moveTo>
                  <a:lnTo>
                    <a:pt x="1769363" y="448056"/>
                  </a:lnTo>
                  <a:lnTo>
                    <a:pt x="1769363" y="149351"/>
                  </a:lnTo>
                  <a:lnTo>
                    <a:pt x="1694687" y="149351"/>
                  </a:lnTo>
                  <a:lnTo>
                    <a:pt x="1844039" y="0"/>
                  </a:lnTo>
                  <a:lnTo>
                    <a:pt x="1993392" y="149351"/>
                  </a:lnTo>
                  <a:lnTo>
                    <a:pt x="1918715" y="149351"/>
                  </a:lnTo>
                  <a:lnTo>
                    <a:pt x="1918715" y="597407"/>
                  </a:lnTo>
                  <a:lnTo>
                    <a:pt x="0" y="597407"/>
                  </a:lnTo>
                  <a:lnTo>
                    <a:pt x="0" y="44805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447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Definition</a:t>
            </a:r>
            <a:r>
              <a:rPr spc="-9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Evidence</a:t>
            </a:r>
            <a:r>
              <a:rPr spc="-105" dirty="0"/>
              <a:t> </a:t>
            </a:r>
            <a:r>
              <a:rPr spc="-10" dirty="0"/>
              <a:t>Tampering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027285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Evidence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Tampering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intentional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unintentional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alteration, 	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deletion,</a:t>
            </a: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addition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digital</a:t>
            </a:r>
            <a:r>
              <a:rPr sz="2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affects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evidence.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7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0029" marR="412750" indent="-227965">
              <a:lnSpc>
                <a:spcPct val="9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both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criminal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offenders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digital 	</a:t>
            </a:r>
            <a:r>
              <a:rPr sz="2800" b="1" dirty="0">
                <a:latin typeface="Calibri"/>
                <a:cs typeface="Calibri"/>
              </a:rPr>
              <a:t>forensic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examiners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intentional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unintentional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intents, 	respectively.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9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Evidence</a:t>
            </a:r>
            <a:r>
              <a:rPr spc="-105" dirty="0"/>
              <a:t> </a:t>
            </a:r>
            <a:r>
              <a:rPr spc="-20" dirty="0"/>
              <a:t>Tampering</a:t>
            </a:r>
            <a:r>
              <a:rPr spc="-100" dirty="0"/>
              <a:t> </a:t>
            </a:r>
            <a:r>
              <a:rPr dirty="0"/>
              <a:t>(by</a:t>
            </a:r>
            <a:r>
              <a:rPr spc="-105" dirty="0"/>
              <a:t> </a:t>
            </a:r>
            <a:r>
              <a:rPr dirty="0"/>
              <a:t>Criminal</a:t>
            </a:r>
            <a:r>
              <a:rPr spc="-100" dirty="0"/>
              <a:t> </a:t>
            </a:r>
            <a:r>
              <a:rPr spc="-10" dirty="0"/>
              <a:t>Offenders)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569" y="1839086"/>
          <a:ext cx="7699375" cy="3166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Examples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Wiping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900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factory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reset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devices.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9695">
                <a:tc>
                  <a:txBody>
                    <a:bodyPr/>
                    <a:lstStyle/>
                    <a:p>
                      <a:pPr marL="91440" marR="132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Physical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Destruction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containing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evidence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434340" marR="609600" indent="-34353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Hammer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down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lock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screen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mobile device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 marR="323215" indent="-343535">
                        <a:lnSpc>
                          <a:spcPct val="100000"/>
                        </a:lnSpc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Dip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water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disable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USB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connections.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246364" y="2453639"/>
            <a:ext cx="3601720" cy="1950720"/>
          </a:xfrm>
          <a:custGeom>
            <a:avLst/>
            <a:gdLst/>
            <a:ahLst/>
            <a:cxnLst/>
            <a:rect l="l" t="t" r="r" b="b"/>
            <a:pathLst>
              <a:path w="3601720" h="1950720">
                <a:moveTo>
                  <a:pt x="0" y="325120"/>
                </a:moveTo>
                <a:lnTo>
                  <a:pt x="3524" y="277071"/>
                </a:lnTo>
                <a:lnTo>
                  <a:pt x="13763" y="231214"/>
                </a:lnTo>
                <a:lnTo>
                  <a:pt x="30214" y="188049"/>
                </a:lnTo>
                <a:lnTo>
                  <a:pt x="52373" y="148080"/>
                </a:lnTo>
                <a:lnTo>
                  <a:pt x="79739" y="111809"/>
                </a:lnTo>
                <a:lnTo>
                  <a:pt x="111809" y="79739"/>
                </a:lnTo>
                <a:lnTo>
                  <a:pt x="148080" y="52373"/>
                </a:lnTo>
                <a:lnTo>
                  <a:pt x="188049" y="30214"/>
                </a:lnTo>
                <a:lnTo>
                  <a:pt x="231214" y="13763"/>
                </a:lnTo>
                <a:lnTo>
                  <a:pt x="277071" y="3524"/>
                </a:lnTo>
                <a:lnTo>
                  <a:pt x="325119" y="0"/>
                </a:lnTo>
                <a:lnTo>
                  <a:pt x="3276091" y="0"/>
                </a:lnTo>
                <a:lnTo>
                  <a:pt x="3324140" y="3524"/>
                </a:lnTo>
                <a:lnTo>
                  <a:pt x="3369997" y="13763"/>
                </a:lnTo>
                <a:lnTo>
                  <a:pt x="3413162" y="30214"/>
                </a:lnTo>
                <a:lnTo>
                  <a:pt x="3453131" y="52373"/>
                </a:lnTo>
                <a:lnTo>
                  <a:pt x="3489402" y="79739"/>
                </a:lnTo>
                <a:lnTo>
                  <a:pt x="3521472" y="111809"/>
                </a:lnTo>
                <a:lnTo>
                  <a:pt x="3548838" y="148080"/>
                </a:lnTo>
                <a:lnTo>
                  <a:pt x="3570997" y="188049"/>
                </a:lnTo>
                <a:lnTo>
                  <a:pt x="3587448" y="231214"/>
                </a:lnTo>
                <a:lnTo>
                  <a:pt x="3597687" y="277071"/>
                </a:lnTo>
                <a:lnTo>
                  <a:pt x="3601211" y="325120"/>
                </a:lnTo>
                <a:lnTo>
                  <a:pt x="3601211" y="1625600"/>
                </a:lnTo>
                <a:lnTo>
                  <a:pt x="3597687" y="1673648"/>
                </a:lnTo>
                <a:lnTo>
                  <a:pt x="3587448" y="1719505"/>
                </a:lnTo>
                <a:lnTo>
                  <a:pt x="3570997" y="1762670"/>
                </a:lnTo>
                <a:lnTo>
                  <a:pt x="3548838" y="1802639"/>
                </a:lnTo>
                <a:lnTo>
                  <a:pt x="3521472" y="1838910"/>
                </a:lnTo>
                <a:lnTo>
                  <a:pt x="3489402" y="1870980"/>
                </a:lnTo>
                <a:lnTo>
                  <a:pt x="3453131" y="1898346"/>
                </a:lnTo>
                <a:lnTo>
                  <a:pt x="3413162" y="1920505"/>
                </a:lnTo>
                <a:lnTo>
                  <a:pt x="3369997" y="1936956"/>
                </a:lnTo>
                <a:lnTo>
                  <a:pt x="3324140" y="1947195"/>
                </a:lnTo>
                <a:lnTo>
                  <a:pt x="3276091" y="1950720"/>
                </a:lnTo>
                <a:lnTo>
                  <a:pt x="325119" y="1950720"/>
                </a:lnTo>
                <a:lnTo>
                  <a:pt x="277071" y="1947195"/>
                </a:lnTo>
                <a:lnTo>
                  <a:pt x="231214" y="1936956"/>
                </a:lnTo>
                <a:lnTo>
                  <a:pt x="188049" y="1920505"/>
                </a:lnTo>
                <a:lnTo>
                  <a:pt x="148080" y="1898346"/>
                </a:lnTo>
                <a:lnTo>
                  <a:pt x="111809" y="1870980"/>
                </a:lnTo>
                <a:lnTo>
                  <a:pt x="79739" y="1838910"/>
                </a:lnTo>
                <a:lnTo>
                  <a:pt x="52373" y="1802639"/>
                </a:lnTo>
                <a:lnTo>
                  <a:pt x="30214" y="1762670"/>
                </a:lnTo>
                <a:lnTo>
                  <a:pt x="13763" y="1719505"/>
                </a:lnTo>
                <a:lnTo>
                  <a:pt x="3524" y="1673648"/>
                </a:lnTo>
                <a:lnTo>
                  <a:pt x="0" y="1625600"/>
                </a:lnTo>
                <a:lnTo>
                  <a:pt x="0" y="32512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21116" y="2853054"/>
            <a:ext cx="32042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Wiping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Physical Destruction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prevents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extraction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forensic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tools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place.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9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Evidence</a:t>
            </a:r>
            <a:r>
              <a:rPr spc="-114" dirty="0"/>
              <a:t> </a:t>
            </a:r>
            <a:r>
              <a:rPr spc="-20" dirty="0"/>
              <a:t>Tampering</a:t>
            </a:r>
            <a:r>
              <a:rPr spc="-110" dirty="0"/>
              <a:t> </a:t>
            </a:r>
            <a:r>
              <a:rPr dirty="0"/>
              <a:t>(by</a:t>
            </a:r>
            <a:r>
              <a:rPr spc="-110" dirty="0"/>
              <a:t> </a:t>
            </a:r>
            <a:r>
              <a:rPr dirty="0"/>
              <a:t>DF</a:t>
            </a:r>
            <a:r>
              <a:rPr spc="-110" dirty="0"/>
              <a:t> </a:t>
            </a:r>
            <a:r>
              <a:rPr spc="-10" dirty="0"/>
              <a:t>examiners)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569" y="1839086"/>
          <a:ext cx="7699375" cy="435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Examples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Wiping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900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factory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reset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devices.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685">
                <a:tc>
                  <a:txBody>
                    <a:bodyPr/>
                    <a:lstStyle/>
                    <a:p>
                      <a:pPr marL="91440" marR="1543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original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sources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evidence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434340" marR="338455" indent="-34353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R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Connect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standalone workstation.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examiner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directory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via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workstation’s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explorer.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opens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document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make</a:t>
                      </a:r>
                      <a:r>
                        <a:rPr sz="1800" b="1" spc="-4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800" b="1" spc="-8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3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4340" marR="577215" indent="-34353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arenR" startAt="2"/>
                        <a:tabLst>
                          <a:tab pos="4343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Connect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standalone workstation.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examiner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accidentally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800" b="1" spc="-4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spc="-3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reformat</a:t>
                      </a:r>
                      <a:r>
                        <a:rPr sz="1800" b="1" spc="-3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device.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153400" y="2226564"/>
            <a:ext cx="3694429" cy="1325880"/>
          </a:xfrm>
          <a:custGeom>
            <a:avLst/>
            <a:gdLst/>
            <a:ahLst/>
            <a:cxnLst/>
            <a:rect l="l" t="t" r="r" b="b"/>
            <a:pathLst>
              <a:path w="3694429" h="1325879">
                <a:moveTo>
                  <a:pt x="0" y="220980"/>
                </a:moveTo>
                <a:lnTo>
                  <a:pt x="4489" y="176443"/>
                </a:lnTo>
                <a:lnTo>
                  <a:pt x="17365" y="134963"/>
                </a:lnTo>
                <a:lnTo>
                  <a:pt x="37739" y="97426"/>
                </a:lnTo>
                <a:lnTo>
                  <a:pt x="64722" y="64722"/>
                </a:lnTo>
                <a:lnTo>
                  <a:pt x="97426" y="37739"/>
                </a:lnTo>
                <a:lnTo>
                  <a:pt x="134963" y="17365"/>
                </a:lnTo>
                <a:lnTo>
                  <a:pt x="176443" y="4489"/>
                </a:lnTo>
                <a:lnTo>
                  <a:pt x="220979" y="0"/>
                </a:lnTo>
                <a:lnTo>
                  <a:pt x="3473196" y="0"/>
                </a:lnTo>
                <a:lnTo>
                  <a:pt x="3517732" y="4489"/>
                </a:lnTo>
                <a:lnTo>
                  <a:pt x="3559212" y="17365"/>
                </a:lnTo>
                <a:lnTo>
                  <a:pt x="3596749" y="37739"/>
                </a:lnTo>
                <a:lnTo>
                  <a:pt x="3629453" y="64722"/>
                </a:lnTo>
                <a:lnTo>
                  <a:pt x="3656436" y="97426"/>
                </a:lnTo>
                <a:lnTo>
                  <a:pt x="3676810" y="134963"/>
                </a:lnTo>
                <a:lnTo>
                  <a:pt x="3689686" y="176443"/>
                </a:lnTo>
                <a:lnTo>
                  <a:pt x="3694176" y="220980"/>
                </a:lnTo>
                <a:lnTo>
                  <a:pt x="3694176" y="1104900"/>
                </a:lnTo>
                <a:lnTo>
                  <a:pt x="3689686" y="1149436"/>
                </a:lnTo>
                <a:lnTo>
                  <a:pt x="3676810" y="1190916"/>
                </a:lnTo>
                <a:lnTo>
                  <a:pt x="3656436" y="1228453"/>
                </a:lnTo>
                <a:lnTo>
                  <a:pt x="3629453" y="1261157"/>
                </a:lnTo>
                <a:lnTo>
                  <a:pt x="3596749" y="1288140"/>
                </a:lnTo>
                <a:lnTo>
                  <a:pt x="3559212" y="1308514"/>
                </a:lnTo>
                <a:lnTo>
                  <a:pt x="3517732" y="1321390"/>
                </a:lnTo>
                <a:lnTo>
                  <a:pt x="3473196" y="1325880"/>
                </a:lnTo>
                <a:lnTo>
                  <a:pt x="220979" y="1325880"/>
                </a:lnTo>
                <a:lnTo>
                  <a:pt x="176443" y="1321390"/>
                </a:lnTo>
                <a:lnTo>
                  <a:pt x="134963" y="1308514"/>
                </a:lnTo>
                <a:lnTo>
                  <a:pt x="97426" y="1288140"/>
                </a:lnTo>
                <a:lnTo>
                  <a:pt x="64722" y="1261157"/>
                </a:lnTo>
                <a:lnTo>
                  <a:pt x="37739" y="1228453"/>
                </a:lnTo>
                <a:lnTo>
                  <a:pt x="17365" y="1190916"/>
                </a:lnTo>
                <a:lnTo>
                  <a:pt x="4489" y="1149436"/>
                </a:lnTo>
                <a:lnTo>
                  <a:pt x="0" y="1104900"/>
                </a:lnTo>
                <a:lnTo>
                  <a:pt x="0" y="22098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98560" y="2587878"/>
            <a:ext cx="3379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Wiping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prevents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extraction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place.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53400" y="4032503"/>
            <a:ext cx="3694429" cy="1728470"/>
          </a:xfrm>
          <a:custGeom>
            <a:avLst/>
            <a:gdLst/>
            <a:ahLst/>
            <a:cxnLst/>
            <a:rect l="l" t="t" r="r" b="b"/>
            <a:pathLst>
              <a:path w="3694429" h="1728470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5" y="0"/>
                </a:lnTo>
                <a:lnTo>
                  <a:pt x="3406140" y="0"/>
                </a:lnTo>
                <a:lnTo>
                  <a:pt x="3452873" y="3768"/>
                </a:lnTo>
                <a:lnTo>
                  <a:pt x="3497202" y="14679"/>
                </a:lnTo>
                <a:lnTo>
                  <a:pt x="3538532" y="32140"/>
                </a:lnTo>
                <a:lnTo>
                  <a:pt x="3576273" y="55558"/>
                </a:lnTo>
                <a:lnTo>
                  <a:pt x="3609832" y="84343"/>
                </a:lnTo>
                <a:lnTo>
                  <a:pt x="3638617" y="117902"/>
                </a:lnTo>
                <a:lnTo>
                  <a:pt x="3662035" y="155643"/>
                </a:lnTo>
                <a:lnTo>
                  <a:pt x="3679496" y="196973"/>
                </a:lnTo>
                <a:lnTo>
                  <a:pt x="3690407" y="241302"/>
                </a:lnTo>
                <a:lnTo>
                  <a:pt x="3694176" y="288036"/>
                </a:lnTo>
                <a:lnTo>
                  <a:pt x="3694176" y="1440180"/>
                </a:lnTo>
                <a:lnTo>
                  <a:pt x="3690407" y="1486901"/>
                </a:lnTo>
                <a:lnTo>
                  <a:pt x="3679496" y="1531222"/>
                </a:lnTo>
                <a:lnTo>
                  <a:pt x="3662035" y="1572550"/>
                </a:lnTo>
                <a:lnTo>
                  <a:pt x="3638617" y="1610291"/>
                </a:lnTo>
                <a:lnTo>
                  <a:pt x="3609832" y="1643853"/>
                </a:lnTo>
                <a:lnTo>
                  <a:pt x="3576273" y="1672642"/>
                </a:lnTo>
                <a:lnTo>
                  <a:pt x="3538532" y="1696066"/>
                </a:lnTo>
                <a:lnTo>
                  <a:pt x="3497202" y="1713531"/>
                </a:lnTo>
                <a:lnTo>
                  <a:pt x="3452873" y="1724446"/>
                </a:lnTo>
                <a:lnTo>
                  <a:pt x="3406140" y="1728216"/>
                </a:lnTo>
                <a:lnTo>
                  <a:pt x="288035" y="1728216"/>
                </a:lnTo>
                <a:lnTo>
                  <a:pt x="241302" y="1724446"/>
                </a:lnTo>
                <a:lnTo>
                  <a:pt x="196973" y="1713531"/>
                </a:lnTo>
                <a:lnTo>
                  <a:pt x="155643" y="1696066"/>
                </a:lnTo>
                <a:lnTo>
                  <a:pt x="117902" y="1672642"/>
                </a:lnTo>
                <a:lnTo>
                  <a:pt x="84343" y="1643853"/>
                </a:lnTo>
                <a:lnTo>
                  <a:pt x="55558" y="1610291"/>
                </a:lnTo>
                <a:lnTo>
                  <a:pt x="32140" y="1572550"/>
                </a:lnTo>
                <a:lnTo>
                  <a:pt x="14679" y="1531222"/>
                </a:lnTo>
                <a:lnTo>
                  <a:pt x="3768" y="1486901"/>
                </a:lnTo>
                <a:lnTo>
                  <a:pt x="0" y="1440180"/>
                </a:lnTo>
                <a:lnTo>
                  <a:pt x="0" y="288036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18372" y="4046601"/>
            <a:ext cx="333311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Accessing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freely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via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workstation’s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 </a:t>
            </a:r>
            <a:r>
              <a:rPr sz="1800" spc="-10" dirty="0">
                <a:latin typeface="Calibri"/>
                <a:cs typeface="Calibri"/>
              </a:rPr>
              <a:t>explorer </a:t>
            </a:r>
            <a:r>
              <a:rPr sz="1800" dirty="0">
                <a:latin typeface="Calibri"/>
                <a:cs typeface="Calibri"/>
              </a:rPr>
              <a:t>allows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metadata, </a:t>
            </a:r>
            <a:r>
              <a:rPr sz="1800" dirty="0">
                <a:latin typeface="Calibri"/>
                <a:cs typeface="Calibri"/>
              </a:rPr>
              <a:t>adding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deletion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existing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 itself.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3773" y="350596"/>
            <a:ext cx="9836785" cy="952183"/>
          </a:xfrm>
          <a:prstGeom prst="rect">
            <a:avLst/>
          </a:prstGeom>
        </p:spPr>
        <p:txBody>
          <a:bodyPr vert="horz" wrap="square" lIns="0" tIns="272414" rIns="0" bIns="0" rtlCol="0">
            <a:spAutoFit/>
          </a:bodyPr>
          <a:lstStyle/>
          <a:p>
            <a:pPr marL="505459">
              <a:lnSpc>
                <a:spcPct val="100000"/>
              </a:lnSpc>
              <a:spcBef>
                <a:spcPts val="105"/>
              </a:spcBef>
            </a:pPr>
            <a:r>
              <a:rPr lang="en-US"/>
              <a:t>Next </a:t>
            </a:r>
            <a:r>
              <a:t>Learning</a:t>
            </a:r>
            <a:r>
              <a:rPr lang="en-US"/>
              <a:t> </a:t>
            </a:r>
            <a:r>
              <a:rPr lang="en-US" dirty="0"/>
              <a:t>Outcome in Week 3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91539" y="1707918"/>
            <a:ext cx="1015619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6606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775" baseline="25525" dirty="0">
                <a:latin typeface="Calibri"/>
                <a:cs typeface="Calibri"/>
              </a:rPr>
              <a:t>nd</a:t>
            </a:r>
            <a:r>
              <a:rPr sz="2775" spc="195" baseline="25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Collection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Phase: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Acquisition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Mobile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Devices</a:t>
            </a:r>
            <a:endParaRPr sz="28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65430" algn="l"/>
              </a:tabLst>
            </a:pPr>
            <a:r>
              <a:rPr sz="2800" dirty="0">
                <a:latin typeface="Calibri"/>
                <a:cs typeface="Calibri"/>
              </a:rPr>
              <a:t>Examination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886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Week 2</vt:lpstr>
      <vt:lpstr>Recap: Handling of Crime Scenes</vt:lpstr>
      <vt:lpstr>Handling of Crime Scenes: Data Preservation</vt:lpstr>
      <vt:lpstr>Data Preservation</vt:lpstr>
      <vt:lpstr>Data Preservation (At Crime Scene)</vt:lpstr>
      <vt:lpstr>Data Preservation (At Crime Scene)</vt:lpstr>
      <vt:lpstr>Data Preservation (At Crime Scene)</vt:lpstr>
      <vt:lpstr>Data Preservation (At Lab)</vt:lpstr>
      <vt:lpstr>Faraday Box</vt:lpstr>
      <vt:lpstr>Faraday Box</vt:lpstr>
      <vt:lpstr>Faraday Box</vt:lpstr>
      <vt:lpstr>Faraday Box</vt:lpstr>
      <vt:lpstr>Definition of Evidence Tampering</vt:lpstr>
      <vt:lpstr>Evidence Tampering (by Criminal Offenders)</vt:lpstr>
      <vt:lpstr>Evidence Tampering (by DF examiners)</vt:lpstr>
      <vt:lpstr>Next Learning Outcome in Week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 Framework, Preservation of Evidence, Evidence Tampering</dc:title>
  <dc:creator>nur shuhadah jalil</dc:creator>
  <cp:lastModifiedBy>Rosita JUPRI (TP)</cp:lastModifiedBy>
  <cp:revision>4</cp:revision>
  <dcterms:created xsi:type="dcterms:W3CDTF">2026-03-12T15:05:46Z</dcterms:created>
  <dcterms:modified xsi:type="dcterms:W3CDTF">2026-03-15T03:16:11Z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2026-03-12T00:00:00Z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MSIP_Label_f69d7fc4-da81-42e5-b309-526f71322d86_Enabled">
    <vt:lpwstr>true</vt:lpwstr>
  </property>
  <property fmtid="{D5CDD505-2E9C-101B-9397-08002B2CF9AE}" pid="7" name="MSIP_Label_f69d7fc4-da81-42e5-b309-526f71322d86_SetDate">
    <vt:lpwstr>2026-03-12T15:06:05Z</vt:lpwstr>
  </property>
  <property fmtid="{D5CDD505-2E9C-101B-9397-08002B2CF9AE}" pid="8" name="MSIP_Label_f69d7fc4-da81-42e5-b309-526f71322d86_Method">
    <vt:lpwstr>Privileged</vt:lpwstr>
  </property>
  <property fmtid="{D5CDD505-2E9C-101B-9397-08002B2CF9AE}" pid="9" name="MSIP_Label_f69d7fc4-da81-42e5-b309-526f71322d86_Name">
    <vt:lpwstr>Non Sensitive</vt:lpwstr>
  </property>
  <property fmtid="{D5CDD505-2E9C-101B-9397-08002B2CF9AE}" pid="10" name="MSIP_Label_f69d7fc4-da81-42e5-b309-526f71322d86_SiteId">
    <vt:lpwstr>25a99bf0-8e72-472a-ae50-adfbdf0df6f1</vt:lpwstr>
  </property>
  <property fmtid="{D5CDD505-2E9C-101B-9397-08002B2CF9AE}" pid="11" name="MSIP_Label_f69d7fc4-da81-42e5-b309-526f71322d86_ActionId">
    <vt:lpwstr>30aa43f0-dd5c-4652-9862-3ad5dc1daeaf</vt:lpwstr>
  </property>
  <property fmtid="{D5CDD505-2E9C-101B-9397-08002B2CF9AE}" pid="12" name="MSIP_Label_f69d7fc4-da81-42e5-b309-526f71322d86_ContentBits">
    <vt:lpwstr>0</vt:lpwstr>
  </property>
  <property fmtid="{D5CDD505-2E9C-101B-9397-08002B2CF9AE}" pid="13" name="MSIP_Label_f69d7fc4-da81-42e5-b309-526f71322d86_Tag">
    <vt:lpwstr>10, 0, 1, 1</vt:lpwstr>
  </property>
</Properties>
</file>